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421" r:id="rId2"/>
    <p:sldId id="423" r:id="rId3"/>
    <p:sldId id="420" r:id="rId4"/>
    <p:sldId id="418" r:id="rId5"/>
    <p:sldId id="258" r:id="rId6"/>
    <p:sldId id="389" r:id="rId7"/>
    <p:sldId id="390" r:id="rId8"/>
    <p:sldId id="414" r:id="rId9"/>
    <p:sldId id="413" r:id="rId10"/>
    <p:sldId id="415" r:id="rId11"/>
    <p:sldId id="416" r:id="rId12"/>
    <p:sldId id="262" r:id="rId13"/>
    <p:sldId id="422"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29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87D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67" autoAdjust="0"/>
  </p:normalViewPr>
  <p:slideViewPr>
    <p:cSldViewPr snapToGrid="0" snapToObjects="1">
      <p:cViewPr>
        <p:scale>
          <a:sx n="76" d="100"/>
          <a:sy n="76" d="100"/>
        </p:scale>
        <p:origin x="272" y="96"/>
      </p:cViewPr>
      <p:guideLst>
        <p:guide orient="horz" pos="2183"/>
        <p:guide pos="295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5.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046540-E0C9-4D00-BCBF-72874638D61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E4A2F5F-B6B3-48C7-8A7B-CE6191145942}">
      <dgm:prSet phldrT="[Texte]" custT="1"/>
      <dgm:spPr/>
      <dgm:t>
        <a:bodyPr/>
        <a:lstStyle/>
        <a:p>
          <a:r>
            <a:rPr lang="en-US" sz="1800" dirty="0"/>
            <a:t>INTRODUCTION</a:t>
          </a:r>
        </a:p>
      </dgm:t>
    </dgm:pt>
    <dgm:pt modelId="{7C2AF463-E127-41D7-9C08-EF910F3C0CC9}" type="parTrans" cxnId="{44E777D0-1179-4CBD-A7E0-124E8CFE7EF4}">
      <dgm:prSet/>
      <dgm:spPr/>
      <dgm:t>
        <a:bodyPr/>
        <a:lstStyle/>
        <a:p>
          <a:endParaRPr lang="en-US"/>
        </a:p>
      </dgm:t>
    </dgm:pt>
    <dgm:pt modelId="{1788E2B2-D025-48CE-BB3A-2A9E1C7827FA}" type="sibTrans" cxnId="{44E777D0-1179-4CBD-A7E0-124E8CFE7EF4}">
      <dgm:prSet/>
      <dgm:spPr/>
      <dgm:t>
        <a:bodyPr/>
        <a:lstStyle/>
        <a:p>
          <a:endParaRPr lang="en-US"/>
        </a:p>
      </dgm:t>
    </dgm:pt>
    <dgm:pt modelId="{4D41132E-01F4-4FD3-B521-C59ECA93A140}">
      <dgm:prSet phldrT="[Texte]" custT="1"/>
      <dgm:spPr/>
      <dgm:t>
        <a:bodyPr/>
        <a:lstStyle/>
        <a:p>
          <a:r>
            <a:rPr lang="en-US" sz="1800" dirty="0"/>
            <a:t>OBJECTIFS DU PROJET</a:t>
          </a:r>
        </a:p>
      </dgm:t>
    </dgm:pt>
    <dgm:pt modelId="{6406D339-CA16-4252-8B1D-225B87E57E53}" type="parTrans" cxnId="{DAFA5919-9B61-4867-95AD-9E42691A7A8A}">
      <dgm:prSet/>
      <dgm:spPr/>
      <dgm:t>
        <a:bodyPr/>
        <a:lstStyle/>
        <a:p>
          <a:endParaRPr lang="en-US"/>
        </a:p>
      </dgm:t>
    </dgm:pt>
    <dgm:pt modelId="{753580AB-0BB7-4E7F-B8EE-1FAA0EA1AC26}" type="sibTrans" cxnId="{DAFA5919-9B61-4867-95AD-9E42691A7A8A}">
      <dgm:prSet/>
      <dgm:spPr/>
      <dgm:t>
        <a:bodyPr/>
        <a:lstStyle/>
        <a:p>
          <a:endParaRPr lang="en-US"/>
        </a:p>
      </dgm:t>
    </dgm:pt>
    <dgm:pt modelId="{E2EAED99-A100-4D28-8FA3-3E280A1B4AFF}">
      <dgm:prSet phldrT="[Texte]" custT="1"/>
      <dgm:spPr/>
      <dgm:t>
        <a:bodyPr/>
        <a:lstStyle/>
        <a:p>
          <a:r>
            <a:rPr lang="en-US" sz="1800" dirty="0"/>
            <a:t>APPROCHES ETL</a:t>
          </a:r>
        </a:p>
      </dgm:t>
    </dgm:pt>
    <dgm:pt modelId="{9B31324D-F09D-4D22-82EB-86F412669514}" type="parTrans" cxnId="{371A0579-D338-4871-A2E9-A0039ED195DB}">
      <dgm:prSet/>
      <dgm:spPr/>
      <dgm:t>
        <a:bodyPr/>
        <a:lstStyle/>
        <a:p>
          <a:endParaRPr lang="en-US"/>
        </a:p>
      </dgm:t>
    </dgm:pt>
    <dgm:pt modelId="{FF8EC13E-F71C-4B0D-AA74-2F79575514AF}" type="sibTrans" cxnId="{371A0579-D338-4871-A2E9-A0039ED195DB}">
      <dgm:prSet/>
      <dgm:spPr/>
      <dgm:t>
        <a:bodyPr/>
        <a:lstStyle/>
        <a:p>
          <a:endParaRPr lang="en-US"/>
        </a:p>
      </dgm:t>
    </dgm:pt>
    <dgm:pt modelId="{14E05C8F-0B13-4997-A9C0-0B9DD1B02B79}">
      <dgm:prSet phldrT="[Texte]" custT="1"/>
      <dgm:spPr/>
      <dgm:t>
        <a:bodyPr/>
        <a:lstStyle/>
        <a:p>
          <a:r>
            <a:rPr lang="en-US" sz="1800" dirty="0"/>
            <a:t>TABLEAU CROISE DYNAMIQUE</a:t>
          </a:r>
        </a:p>
      </dgm:t>
    </dgm:pt>
    <dgm:pt modelId="{13CD4E37-087C-4C4C-906C-20665496810F}" type="parTrans" cxnId="{60F1AF11-4356-4E1D-A976-59B4DDF091DE}">
      <dgm:prSet/>
      <dgm:spPr/>
      <dgm:t>
        <a:bodyPr/>
        <a:lstStyle/>
        <a:p>
          <a:endParaRPr lang="en-US"/>
        </a:p>
      </dgm:t>
    </dgm:pt>
    <dgm:pt modelId="{170D2FB5-5C2C-492F-A391-CB718AE2245C}" type="sibTrans" cxnId="{60F1AF11-4356-4E1D-A976-59B4DDF091DE}">
      <dgm:prSet/>
      <dgm:spPr/>
      <dgm:t>
        <a:bodyPr/>
        <a:lstStyle/>
        <a:p>
          <a:endParaRPr lang="en-US"/>
        </a:p>
      </dgm:t>
    </dgm:pt>
    <dgm:pt modelId="{ADC19D38-1892-4453-9170-433ADA314A7A}">
      <dgm:prSet phldrT="[Texte]" custT="1"/>
      <dgm:spPr/>
      <dgm:t>
        <a:bodyPr/>
        <a:lstStyle/>
        <a:p>
          <a:r>
            <a:rPr lang="en-US" sz="1800" dirty="0"/>
            <a:t>TABLEAU DE BORD</a:t>
          </a:r>
        </a:p>
      </dgm:t>
    </dgm:pt>
    <dgm:pt modelId="{2C76F751-5F02-419C-82D5-1003117C2B3A}" type="parTrans" cxnId="{BB110228-3784-441E-AF5B-2AE2C4FC4509}">
      <dgm:prSet/>
      <dgm:spPr/>
      <dgm:t>
        <a:bodyPr/>
        <a:lstStyle/>
        <a:p>
          <a:endParaRPr lang="en-US"/>
        </a:p>
      </dgm:t>
    </dgm:pt>
    <dgm:pt modelId="{57D96C9D-1074-4843-9969-758DC968747E}" type="sibTrans" cxnId="{BB110228-3784-441E-AF5B-2AE2C4FC4509}">
      <dgm:prSet/>
      <dgm:spPr/>
      <dgm:t>
        <a:bodyPr/>
        <a:lstStyle/>
        <a:p>
          <a:endParaRPr lang="en-US"/>
        </a:p>
      </dgm:t>
    </dgm:pt>
    <dgm:pt modelId="{6301AC51-EA3A-462C-B5E0-82EDBB722995}">
      <dgm:prSet phldrT="[Texte]" custT="1"/>
      <dgm:spPr/>
      <dgm:t>
        <a:bodyPr/>
        <a:lstStyle/>
        <a:p>
          <a:r>
            <a:rPr lang="en-US" sz="1800" dirty="0"/>
            <a:t>CONCLUSION</a:t>
          </a:r>
        </a:p>
      </dgm:t>
    </dgm:pt>
    <dgm:pt modelId="{C837E9E0-C360-4162-A6A4-7218783268DE}" type="parTrans" cxnId="{195F6309-F575-4C3B-9FDE-0779C2C6DD14}">
      <dgm:prSet/>
      <dgm:spPr/>
      <dgm:t>
        <a:bodyPr/>
        <a:lstStyle/>
        <a:p>
          <a:endParaRPr lang="en-US"/>
        </a:p>
      </dgm:t>
    </dgm:pt>
    <dgm:pt modelId="{EC0577D3-01C2-4D68-86B4-428FEF07F430}" type="sibTrans" cxnId="{195F6309-F575-4C3B-9FDE-0779C2C6DD14}">
      <dgm:prSet/>
      <dgm:spPr/>
      <dgm:t>
        <a:bodyPr/>
        <a:lstStyle/>
        <a:p>
          <a:endParaRPr lang="en-US"/>
        </a:p>
      </dgm:t>
    </dgm:pt>
    <dgm:pt modelId="{ADEB7919-7E52-48C1-A9C1-AEB678078371}" type="pres">
      <dgm:prSet presAssocID="{AD046540-E0C9-4D00-BCBF-72874638D61D}" presName="linear" presStyleCnt="0">
        <dgm:presLayoutVars>
          <dgm:dir/>
          <dgm:animLvl val="lvl"/>
          <dgm:resizeHandles val="exact"/>
        </dgm:presLayoutVars>
      </dgm:prSet>
      <dgm:spPr/>
    </dgm:pt>
    <dgm:pt modelId="{D61DCE89-4846-468C-89A0-0C4DA2A8C6A8}" type="pres">
      <dgm:prSet presAssocID="{1E4A2F5F-B6B3-48C7-8A7B-CE6191145942}" presName="parentLin" presStyleCnt="0"/>
      <dgm:spPr/>
    </dgm:pt>
    <dgm:pt modelId="{35124EE8-6950-4689-9A0B-9EB6EC9F8C47}" type="pres">
      <dgm:prSet presAssocID="{1E4A2F5F-B6B3-48C7-8A7B-CE6191145942}" presName="parentLeftMargin" presStyleLbl="node1" presStyleIdx="0" presStyleCnt="6"/>
      <dgm:spPr/>
    </dgm:pt>
    <dgm:pt modelId="{9B7D6E88-580F-4744-A9CC-C4D12A023C8B}" type="pres">
      <dgm:prSet presAssocID="{1E4A2F5F-B6B3-48C7-8A7B-CE6191145942}" presName="parentText" presStyleLbl="node1" presStyleIdx="0" presStyleCnt="6">
        <dgm:presLayoutVars>
          <dgm:chMax val="0"/>
          <dgm:bulletEnabled val="1"/>
        </dgm:presLayoutVars>
      </dgm:prSet>
      <dgm:spPr/>
    </dgm:pt>
    <dgm:pt modelId="{172A2858-22BD-4C6F-96C0-77580BDD6B2A}" type="pres">
      <dgm:prSet presAssocID="{1E4A2F5F-B6B3-48C7-8A7B-CE6191145942}" presName="negativeSpace" presStyleCnt="0"/>
      <dgm:spPr/>
    </dgm:pt>
    <dgm:pt modelId="{B56BA33E-3141-49F8-AE39-2E52446D024D}" type="pres">
      <dgm:prSet presAssocID="{1E4A2F5F-B6B3-48C7-8A7B-CE6191145942}" presName="childText" presStyleLbl="conFgAcc1" presStyleIdx="0" presStyleCnt="6">
        <dgm:presLayoutVars>
          <dgm:bulletEnabled val="1"/>
        </dgm:presLayoutVars>
      </dgm:prSet>
      <dgm:spPr/>
    </dgm:pt>
    <dgm:pt modelId="{4688073D-DAE9-4E52-98EE-240AB38C50BD}" type="pres">
      <dgm:prSet presAssocID="{1788E2B2-D025-48CE-BB3A-2A9E1C7827FA}" presName="spaceBetweenRectangles" presStyleCnt="0"/>
      <dgm:spPr/>
    </dgm:pt>
    <dgm:pt modelId="{B7BAC330-234B-4D7B-B62D-0A4BDA4C6E6E}" type="pres">
      <dgm:prSet presAssocID="{4D41132E-01F4-4FD3-B521-C59ECA93A140}" presName="parentLin" presStyleCnt="0"/>
      <dgm:spPr/>
    </dgm:pt>
    <dgm:pt modelId="{59B080DC-FA4E-48A3-8A18-AA686B76B177}" type="pres">
      <dgm:prSet presAssocID="{4D41132E-01F4-4FD3-B521-C59ECA93A140}" presName="parentLeftMargin" presStyleLbl="node1" presStyleIdx="0" presStyleCnt="6"/>
      <dgm:spPr/>
    </dgm:pt>
    <dgm:pt modelId="{39C5DECD-14E5-4DFB-B1C7-7F5861CDD590}" type="pres">
      <dgm:prSet presAssocID="{4D41132E-01F4-4FD3-B521-C59ECA93A140}" presName="parentText" presStyleLbl="node1" presStyleIdx="1" presStyleCnt="6">
        <dgm:presLayoutVars>
          <dgm:chMax val="0"/>
          <dgm:bulletEnabled val="1"/>
        </dgm:presLayoutVars>
      </dgm:prSet>
      <dgm:spPr/>
    </dgm:pt>
    <dgm:pt modelId="{8DFCBECE-2F0E-4CE1-B4F0-CC1B5F26A001}" type="pres">
      <dgm:prSet presAssocID="{4D41132E-01F4-4FD3-B521-C59ECA93A140}" presName="negativeSpace" presStyleCnt="0"/>
      <dgm:spPr/>
    </dgm:pt>
    <dgm:pt modelId="{2695FB34-9EA5-4BDF-9D27-DB0FEECC6D15}" type="pres">
      <dgm:prSet presAssocID="{4D41132E-01F4-4FD3-B521-C59ECA93A140}" presName="childText" presStyleLbl="conFgAcc1" presStyleIdx="1" presStyleCnt="6">
        <dgm:presLayoutVars>
          <dgm:bulletEnabled val="1"/>
        </dgm:presLayoutVars>
      </dgm:prSet>
      <dgm:spPr/>
    </dgm:pt>
    <dgm:pt modelId="{4327E895-A13F-4F43-A063-5EE892696975}" type="pres">
      <dgm:prSet presAssocID="{753580AB-0BB7-4E7F-B8EE-1FAA0EA1AC26}" presName="spaceBetweenRectangles" presStyleCnt="0"/>
      <dgm:spPr/>
    </dgm:pt>
    <dgm:pt modelId="{5DA9C45F-0BEF-4989-97F9-A66F2DDA28B0}" type="pres">
      <dgm:prSet presAssocID="{E2EAED99-A100-4D28-8FA3-3E280A1B4AFF}" presName="parentLin" presStyleCnt="0"/>
      <dgm:spPr/>
    </dgm:pt>
    <dgm:pt modelId="{7520AFFB-4CFB-4A7D-93A4-A81BDC751158}" type="pres">
      <dgm:prSet presAssocID="{E2EAED99-A100-4D28-8FA3-3E280A1B4AFF}" presName="parentLeftMargin" presStyleLbl="node1" presStyleIdx="1" presStyleCnt="6"/>
      <dgm:spPr/>
    </dgm:pt>
    <dgm:pt modelId="{470F56F1-0239-40B6-86EA-B2E767CE0D30}" type="pres">
      <dgm:prSet presAssocID="{E2EAED99-A100-4D28-8FA3-3E280A1B4AFF}" presName="parentText" presStyleLbl="node1" presStyleIdx="2" presStyleCnt="6">
        <dgm:presLayoutVars>
          <dgm:chMax val="0"/>
          <dgm:bulletEnabled val="1"/>
        </dgm:presLayoutVars>
      </dgm:prSet>
      <dgm:spPr/>
    </dgm:pt>
    <dgm:pt modelId="{F0849D8A-178E-4B37-B752-A6A87EC5B2D3}" type="pres">
      <dgm:prSet presAssocID="{E2EAED99-A100-4D28-8FA3-3E280A1B4AFF}" presName="negativeSpace" presStyleCnt="0"/>
      <dgm:spPr/>
    </dgm:pt>
    <dgm:pt modelId="{979A7608-8801-46AF-A42A-CD044A00843F}" type="pres">
      <dgm:prSet presAssocID="{E2EAED99-A100-4D28-8FA3-3E280A1B4AFF}" presName="childText" presStyleLbl="conFgAcc1" presStyleIdx="2" presStyleCnt="6">
        <dgm:presLayoutVars>
          <dgm:bulletEnabled val="1"/>
        </dgm:presLayoutVars>
      </dgm:prSet>
      <dgm:spPr/>
    </dgm:pt>
    <dgm:pt modelId="{CD582182-B212-436C-BFBB-FF12B63FF603}" type="pres">
      <dgm:prSet presAssocID="{FF8EC13E-F71C-4B0D-AA74-2F79575514AF}" presName="spaceBetweenRectangles" presStyleCnt="0"/>
      <dgm:spPr/>
    </dgm:pt>
    <dgm:pt modelId="{ADC2CEC9-7BE2-4AF5-87CF-BF9D6DD72684}" type="pres">
      <dgm:prSet presAssocID="{14E05C8F-0B13-4997-A9C0-0B9DD1B02B79}" presName="parentLin" presStyleCnt="0"/>
      <dgm:spPr/>
    </dgm:pt>
    <dgm:pt modelId="{9991EA0C-FFCE-466A-A43F-86587AC0DF42}" type="pres">
      <dgm:prSet presAssocID="{14E05C8F-0B13-4997-A9C0-0B9DD1B02B79}" presName="parentLeftMargin" presStyleLbl="node1" presStyleIdx="2" presStyleCnt="6"/>
      <dgm:spPr/>
    </dgm:pt>
    <dgm:pt modelId="{2E4AEF1A-149B-40AC-A77C-EB03DB23D4A0}" type="pres">
      <dgm:prSet presAssocID="{14E05C8F-0B13-4997-A9C0-0B9DD1B02B79}" presName="parentText" presStyleLbl="node1" presStyleIdx="3" presStyleCnt="6">
        <dgm:presLayoutVars>
          <dgm:chMax val="0"/>
          <dgm:bulletEnabled val="1"/>
        </dgm:presLayoutVars>
      </dgm:prSet>
      <dgm:spPr/>
    </dgm:pt>
    <dgm:pt modelId="{DBA3E5E7-241D-418D-BE3D-586A3047A768}" type="pres">
      <dgm:prSet presAssocID="{14E05C8F-0B13-4997-A9C0-0B9DD1B02B79}" presName="negativeSpace" presStyleCnt="0"/>
      <dgm:spPr/>
    </dgm:pt>
    <dgm:pt modelId="{E67A7646-C400-4929-BBC5-A053988A7EC5}" type="pres">
      <dgm:prSet presAssocID="{14E05C8F-0B13-4997-A9C0-0B9DD1B02B79}" presName="childText" presStyleLbl="conFgAcc1" presStyleIdx="3" presStyleCnt="6">
        <dgm:presLayoutVars>
          <dgm:bulletEnabled val="1"/>
        </dgm:presLayoutVars>
      </dgm:prSet>
      <dgm:spPr/>
    </dgm:pt>
    <dgm:pt modelId="{3F283AA0-3A76-48BB-8635-DE7A3FE9B448}" type="pres">
      <dgm:prSet presAssocID="{170D2FB5-5C2C-492F-A391-CB718AE2245C}" presName="spaceBetweenRectangles" presStyleCnt="0"/>
      <dgm:spPr/>
    </dgm:pt>
    <dgm:pt modelId="{76FEB4C0-0371-4C00-9400-F721F37C8E4D}" type="pres">
      <dgm:prSet presAssocID="{ADC19D38-1892-4453-9170-433ADA314A7A}" presName="parentLin" presStyleCnt="0"/>
      <dgm:spPr/>
    </dgm:pt>
    <dgm:pt modelId="{899E31AE-5B97-4837-80FE-AA909E83B048}" type="pres">
      <dgm:prSet presAssocID="{ADC19D38-1892-4453-9170-433ADA314A7A}" presName="parentLeftMargin" presStyleLbl="node1" presStyleIdx="3" presStyleCnt="6"/>
      <dgm:spPr/>
    </dgm:pt>
    <dgm:pt modelId="{663E85E0-5350-48F6-B39E-82AFFF1D5C2A}" type="pres">
      <dgm:prSet presAssocID="{ADC19D38-1892-4453-9170-433ADA314A7A}" presName="parentText" presStyleLbl="node1" presStyleIdx="4" presStyleCnt="6">
        <dgm:presLayoutVars>
          <dgm:chMax val="0"/>
          <dgm:bulletEnabled val="1"/>
        </dgm:presLayoutVars>
      </dgm:prSet>
      <dgm:spPr/>
    </dgm:pt>
    <dgm:pt modelId="{7F113EA2-42DA-42A0-BFE1-C115BE36C2A8}" type="pres">
      <dgm:prSet presAssocID="{ADC19D38-1892-4453-9170-433ADA314A7A}" presName="negativeSpace" presStyleCnt="0"/>
      <dgm:spPr/>
    </dgm:pt>
    <dgm:pt modelId="{044C7B03-EE65-47CD-B873-AF3C83EFF751}" type="pres">
      <dgm:prSet presAssocID="{ADC19D38-1892-4453-9170-433ADA314A7A}" presName="childText" presStyleLbl="conFgAcc1" presStyleIdx="4" presStyleCnt="6">
        <dgm:presLayoutVars>
          <dgm:bulletEnabled val="1"/>
        </dgm:presLayoutVars>
      </dgm:prSet>
      <dgm:spPr/>
    </dgm:pt>
    <dgm:pt modelId="{607C1F42-258A-497E-9475-7BAD73315194}" type="pres">
      <dgm:prSet presAssocID="{57D96C9D-1074-4843-9969-758DC968747E}" presName="spaceBetweenRectangles" presStyleCnt="0"/>
      <dgm:spPr/>
    </dgm:pt>
    <dgm:pt modelId="{C61E47A8-73D8-4C68-B6AA-461BF564BDFE}" type="pres">
      <dgm:prSet presAssocID="{6301AC51-EA3A-462C-B5E0-82EDBB722995}" presName="parentLin" presStyleCnt="0"/>
      <dgm:spPr/>
    </dgm:pt>
    <dgm:pt modelId="{471175AA-57C3-4E49-996E-80CCC13AD6FD}" type="pres">
      <dgm:prSet presAssocID="{6301AC51-EA3A-462C-B5E0-82EDBB722995}" presName="parentLeftMargin" presStyleLbl="node1" presStyleIdx="4" presStyleCnt="6"/>
      <dgm:spPr/>
    </dgm:pt>
    <dgm:pt modelId="{C35C3BA7-21F6-4C49-A3E7-74E6DA7D5EEE}" type="pres">
      <dgm:prSet presAssocID="{6301AC51-EA3A-462C-B5E0-82EDBB722995}" presName="parentText" presStyleLbl="node1" presStyleIdx="5" presStyleCnt="6">
        <dgm:presLayoutVars>
          <dgm:chMax val="0"/>
          <dgm:bulletEnabled val="1"/>
        </dgm:presLayoutVars>
      </dgm:prSet>
      <dgm:spPr/>
    </dgm:pt>
    <dgm:pt modelId="{CB9B931D-1B31-4201-925D-1FDF382FA80C}" type="pres">
      <dgm:prSet presAssocID="{6301AC51-EA3A-462C-B5E0-82EDBB722995}" presName="negativeSpace" presStyleCnt="0"/>
      <dgm:spPr/>
    </dgm:pt>
    <dgm:pt modelId="{E8189816-370A-4A2B-BBD8-032835512207}" type="pres">
      <dgm:prSet presAssocID="{6301AC51-EA3A-462C-B5E0-82EDBB722995}" presName="childText" presStyleLbl="conFgAcc1" presStyleIdx="5" presStyleCnt="6">
        <dgm:presLayoutVars>
          <dgm:bulletEnabled val="1"/>
        </dgm:presLayoutVars>
      </dgm:prSet>
      <dgm:spPr/>
    </dgm:pt>
  </dgm:ptLst>
  <dgm:cxnLst>
    <dgm:cxn modelId="{8CEE1C04-C9F2-472A-BE0F-88A27204EC01}" type="presOf" srcId="{4D41132E-01F4-4FD3-B521-C59ECA93A140}" destId="{39C5DECD-14E5-4DFB-B1C7-7F5861CDD590}" srcOrd="1" destOrd="0" presId="urn:microsoft.com/office/officeart/2005/8/layout/list1"/>
    <dgm:cxn modelId="{195F6309-F575-4C3B-9FDE-0779C2C6DD14}" srcId="{AD046540-E0C9-4D00-BCBF-72874638D61D}" destId="{6301AC51-EA3A-462C-B5E0-82EDBB722995}" srcOrd="5" destOrd="0" parTransId="{C837E9E0-C360-4162-A6A4-7218783268DE}" sibTransId="{EC0577D3-01C2-4D68-86B4-428FEF07F430}"/>
    <dgm:cxn modelId="{60F1AF11-4356-4E1D-A976-59B4DDF091DE}" srcId="{AD046540-E0C9-4D00-BCBF-72874638D61D}" destId="{14E05C8F-0B13-4997-A9C0-0B9DD1B02B79}" srcOrd="3" destOrd="0" parTransId="{13CD4E37-087C-4C4C-906C-20665496810F}" sibTransId="{170D2FB5-5C2C-492F-A391-CB718AE2245C}"/>
    <dgm:cxn modelId="{DAFA5919-9B61-4867-95AD-9E42691A7A8A}" srcId="{AD046540-E0C9-4D00-BCBF-72874638D61D}" destId="{4D41132E-01F4-4FD3-B521-C59ECA93A140}" srcOrd="1" destOrd="0" parTransId="{6406D339-CA16-4252-8B1D-225B87E57E53}" sibTransId="{753580AB-0BB7-4E7F-B8EE-1FAA0EA1AC26}"/>
    <dgm:cxn modelId="{16DAC322-69C6-4E87-864E-7D1B3E7C0600}" type="presOf" srcId="{ADC19D38-1892-4453-9170-433ADA314A7A}" destId="{899E31AE-5B97-4837-80FE-AA909E83B048}" srcOrd="0" destOrd="0" presId="urn:microsoft.com/office/officeart/2005/8/layout/list1"/>
    <dgm:cxn modelId="{BB110228-3784-441E-AF5B-2AE2C4FC4509}" srcId="{AD046540-E0C9-4D00-BCBF-72874638D61D}" destId="{ADC19D38-1892-4453-9170-433ADA314A7A}" srcOrd="4" destOrd="0" parTransId="{2C76F751-5F02-419C-82D5-1003117C2B3A}" sibTransId="{57D96C9D-1074-4843-9969-758DC968747E}"/>
    <dgm:cxn modelId="{FB55A95F-C578-49A6-ADDF-E1E3BC8A8B55}" type="presOf" srcId="{E2EAED99-A100-4D28-8FA3-3E280A1B4AFF}" destId="{7520AFFB-4CFB-4A7D-93A4-A81BDC751158}" srcOrd="0" destOrd="0" presId="urn:microsoft.com/office/officeart/2005/8/layout/list1"/>
    <dgm:cxn modelId="{03697A43-943F-4019-AD6B-C2B0020A0D90}" type="presOf" srcId="{AD046540-E0C9-4D00-BCBF-72874638D61D}" destId="{ADEB7919-7E52-48C1-A9C1-AEB678078371}" srcOrd="0" destOrd="0" presId="urn:microsoft.com/office/officeart/2005/8/layout/list1"/>
    <dgm:cxn modelId="{E0BE9245-42E2-465E-B0D1-F1D0DE58D633}" type="presOf" srcId="{1E4A2F5F-B6B3-48C7-8A7B-CE6191145942}" destId="{35124EE8-6950-4689-9A0B-9EB6EC9F8C47}" srcOrd="0" destOrd="0" presId="urn:microsoft.com/office/officeart/2005/8/layout/list1"/>
    <dgm:cxn modelId="{7A1FE34D-63E1-4F29-8019-C7544D352E19}" type="presOf" srcId="{ADC19D38-1892-4453-9170-433ADA314A7A}" destId="{663E85E0-5350-48F6-B39E-82AFFF1D5C2A}" srcOrd="1" destOrd="0" presId="urn:microsoft.com/office/officeart/2005/8/layout/list1"/>
    <dgm:cxn modelId="{7714286F-D1BF-499D-A6AD-4EA7B25EDB41}" type="presOf" srcId="{14E05C8F-0B13-4997-A9C0-0B9DD1B02B79}" destId="{9991EA0C-FFCE-466A-A43F-86587AC0DF42}" srcOrd="0" destOrd="0" presId="urn:microsoft.com/office/officeart/2005/8/layout/list1"/>
    <dgm:cxn modelId="{371A0579-D338-4871-A2E9-A0039ED195DB}" srcId="{AD046540-E0C9-4D00-BCBF-72874638D61D}" destId="{E2EAED99-A100-4D28-8FA3-3E280A1B4AFF}" srcOrd="2" destOrd="0" parTransId="{9B31324D-F09D-4D22-82EB-86F412669514}" sibTransId="{FF8EC13E-F71C-4B0D-AA74-2F79575514AF}"/>
    <dgm:cxn modelId="{5F27A791-755E-42D3-9654-AEEBAB8DCCEA}" type="presOf" srcId="{E2EAED99-A100-4D28-8FA3-3E280A1B4AFF}" destId="{470F56F1-0239-40B6-86EA-B2E767CE0D30}" srcOrd="1" destOrd="0" presId="urn:microsoft.com/office/officeart/2005/8/layout/list1"/>
    <dgm:cxn modelId="{488802AC-BB8A-4ACA-A067-34401C453184}" type="presOf" srcId="{6301AC51-EA3A-462C-B5E0-82EDBB722995}" destId="{C35C3BA7-21F6-4C49-A3E7-74E6DA7D5EEE}" srcOrd="1" destOrd="0" presId="urn:microsoft.com/office/officeart/2005/8/layout/list1"/>
    <dgm:cxn modelId="{44E777D0-1179-4CBD-A7E0-124E8CFE7EF4}" srcId="{AD046540-E0C9-4D00-BCBF-72874638D61D}" destId="{1E4A2F5F-B6B3-48C7-8A7B-CE6191145942}" srcOrd="0" destOrd="0" parTransId="{7C2AF463-E127-41D7-9C08-EF910F3C0CC9}" sibTransId="{1788E2B2-D025-48CE-BB3A-2A9E1C7827FA}"/>
    <dgm:cxn modelId="{ACB7D5D2-68A8-4D65-8DA8-382D5A4C9325}" type="presOf" srcId="{4D41132E-01F4-4FD3-B521-C59ECA93A140}" destId="{59B080DC-FA4E-48A3-8A18-AA686B76B177}" srcOrd="0" destOrd="0" presId="urn:microsoft.com/office/officeart/2005/8/layout/list1"/>
    <dgm:cxn modelId="{3B9A08EC-5900-4463-B44A-0AB98D6A1F22}" type="presOf" srcId="{1E4A2F5F-B6B3-48C7-8A7B-CE6191145942}" destId="{9B7D6E88-580F-4744-A9CC-C4D12A023C8B}" srcOrd="1" destOrd="0" presId="urn:microsoft.com/office/officeart/2005/8/layout/list1"/>
    <dgm:cxn modelId="{374C67F7-07BF-42DA-8028-46FFCA16C070}" type="presOf" srcId="{14E05C8F-0B13-4997-A9C0-0B9DD1B02B79}" destId="{2E4AEF1A-149B-40AC-A77C-EB03DB23D4A0}" srcOrd="1" destOrd="0" presId="urn:microsoft.com/office/officeart/2005/8/layout/list1"/>
    <dgm:cxn modelId="{D18481FE-C1BB-4E81-AC66-7010947B79CE}" type="presOf" srcId="{6301AC51-EA3A-462C-B5E0-82EDBB722995}" destId="{471175AA-57C3-4E49-996E-80CCC13AD6FD}" srcOrd="0" destOrd="0" presId="urn:microsoft.com/office/officeart/2005/8/layout/list1"/>
    <dgm:cxn modelId="{4DCB559E-8A7B-4850-9D68-DAB2B4DEA0C8}" type="presParOf" srcId="{ADEB7919-7E52-48C1-A9C1-AEB678078371}" destId="{D61DCE89-4846-468C-89A0-0C4DA2A8C6A8}" srcOrd="0" destOrd="0" presId="urn:microsoft.com/office/officeart/2005/8/layout/list1"/>
    <dgm:cxn modelId="{8DE7C54A-9DFA-4E42-BDEF-78595920B94E}" type="presParOf" srcId="{D61DCE89-4846-468C-89A0-0C4DA2A8C6A8}" destId="{35124EE8-6950-4689-9A0B-9EB6EC9F8C47}" srcOrd="0" destOrd="0" presId="urn:microsoft.com/office/officeart/2005/8/layout/list1"/>
    <dgm:cxn modelId="{19608140-5813-46F7-8D3F-C9E8D56A410A}" type="presParOf" srcId="{D61DCE89-4846-468C-89A0-0C4DA2A8C6A8}" destId="{9B7D6E88-580F-4744-A9CC-C4D12A023C8B}" srcOrd="1" destOrd="0" presId="urn:microsoft.com/office/officeart/2005/8/layout/list1"/>
    <dgm:cxn modelId="{676C1798-CF90-4947-9F89-56213672C74D}" type="presParOf" srcId="{ADEB7919-7E52-48C1-A9C1-AEB678078371}" destId="{172A2858-22BD-4C6F-96C0-77580BDD6B2A}" srcOrd="1" destOrd="0" presId="urn:microsoft.com/office/officeart/2005/8/layout/list1"/>
    <dgm:cxn modelId="{8982ED74-5438-406C-8729-3D4DE9EC0713}" type="presParOf" srcId="{ADEB7919-7E52-48C1-A9C1-AEB678078371}" destId="{B56BA33E-3141-49F8-AE39-2E52446D024D}" srcOrd="2" destOrd="0" presId="urn:microsoft.com/office/officeart/2005/8/layout/list1"/>
    <dgm:cxn modelId="{B5AE87D9-3803-4304-8F26-A9AF46FD84AF}" type="presParOf" srcId="{ADEB7919-7E52-48C1-A9C1-AEB678078371}" destId="{4688073D-DAE9-4E52-98EE-240AB38C50BD}" srcOrd="3" destOrd="0" presId="urn:microsoft.com/office/officeart/2005/8/layout/list1"/>
    <dgm:cxn modelId="{3C349BA4-C637-469E-80D3-1E60D6E7433F}" type="presParOf" srcId="{ADEB7919-7E52-48C1-A9C1-AEB678078371}" destId="{B7BAC330-234B-4D7B-B62D-0A4BDA4C6E6E}" srcOrd="4" destOrd="0" presId="urn:microsoft.com/office/officeart/2005/8/layout/list1"/>
    <dgm:cxn modelId="{32DD3B8F-B2E8-4BAA-B394-2AB53092BE06}" type="presParOf" srcId="{B7BAC330-234B-4D7B-B62D-0A4BDA4C6E6E}" destId="{59B080DC-FA4E-48A3-8A18-AA686B76B177}" srcOrd="0" destOrd="0" presId="urn:microsoft.com/office/officeart/2005/8/layout/list1"/>
    <dgm:cxn modelId="{E0449D78-CBB1-4B6B-80B6-FCEFAC795858}" type="presParOf" srcId="{B7BAC330-234B-4D7B-B62D-0A4BDA4C6E6E}" destId="{39C5DECD-14E5-4DFB-B1C7-7F5861CDD590}" srcOrd="1" destOrd="0" presId="urn:microsoft.com/office/officeart/2005/8/layout/list1"/>
    <dgm:cxn modelId="{BCEB1732-F7A1-41A3-A67D-261D15A6348B}" type="presParOf" srcId="{ADEB7919-7E52-48C1-A9C1-AEB678078371}" destId="{8DFCBECE-2F0E-4CE1-B4F0-CC1B5F26A001}" srcOrd="5" destOrd="0" presId="urn:microsoft.com/office/officeart/2005/8/layout/list1"/>
    <dgm:cxn modelId="{01DE2DBB-684E-47F6-BE55-E33A263CE86C}" type="presParOf" srcId="{ADEB7919-7E52-48C1-A9C1-AEB678078371}" destId="{2695FB34-9EA5-4BDF-9D27-DB0FEECC6D15}" srcOrd="6" destOrd="0" presId="urn:microsoft.com/office/officeart/2005/8/layout/list1"/>
    <dgm:cxn modelId="{D3F640BA-B26E-4902-89BF-E5EAF5FC6C25}" type="presParOf" srcId="{ADEB7919-7E52-48C1-A9C1-AEB678078371}" destId="{4327E895-A13F-4F43-A063-5EE892696975}" srcOrd="7" destOrd="0" presId="urn:microsoft.com/office/officeart/2005/8/layout/list1"/>
    <dgm:cxn modelId="{8E5DCE9E-D2AB-4571-BD85-CED66D86671C}" type="presParOf" srcId="{ADEB7919-7E52-48C1-A9C1-AEB678078371}" destId="{5DA9C45F-0BEF-4989-97F9-A66F2DDA28B0}" srcOrd="8" destOrd="0" presId="urn:microsoft.com/office/officeart/2005/8/layout/list1"/>
    <dgm:cxn modelId="{149F0995-3297-4344-86B4-25C8B61A2851}" type="presParOf" srcId="{5DA9C45F-0BEF-4989-97F9-A66F2DDA28B0}" destId="{7520AFFB-4CFB-4A7D-93A4-A81BDC751158}" srcOrd="0" destOrd="0" presId="urn:microsoft.com/office/officeart/2005/8/layout/list1"/>
    <dgm:cxn modelId="{52F2432B-25D2-4B37-8ADE-FA05A8E1F698}" type="presParOf" srcId="{5DA9C45F-0BEF-4989-97F9-A66F2DDA28B0}" destId="{470F56F1-0239-40B6-86EA-B2E767CE0D30}" srcOrd="1" destOrd="0" presId="urn:microsoft.com/office/officeart/2005/8/layout/list1"/>
    <dgm:cxn modelId="{0850DA8F-34D0-417C-A80C-5F449341E65A}" type="presParOf" srcId="{ADEB7919-7E52-48C1-A9C1-AEB678078371}" destId="{F0849D8A-178E-4B37-B752-A6A87EC5B2D3}" srcOrd="9" destOrd="0" presId="urn:microsoft.com/office/officeart/2005/8/layout/list1"/>
    <dgm:cxn modelId="{9CFBDAA2-CF10-429B-BBA4-FA0739350E2C}" type="presParOf" srcId="{ADEB7919-7E52-48C1-A9C1-AEB678078371}" destId="{979A7608-8801-46AF-A42A-CD044A00843F}" srcOrd="10" destOrd="0" presId="urn:microsoft.com/office/officeart/2005/8/layout/list1"/>
    <dgm:cxn modelId="{9A281387-59B7-4020-9A33-0ECD4999CA49}" type="presParOf" srcId="{ADEB7919-7E52-48C1-A9C1-AEB678078371}" destId="{CD582182-B212-436C-BFBB-FF12B63FF603}" srcOrd="11" destOrd="0" presId="urn:microsoft.com/office/officeart/2005/8/layout/list1"/>
    <dgm:cxn modelId="{46CCB14B-588D-4AF3-95E7-959A5ED18811}" type="presParOf" srcId="{ADEB7919-7E52-48C1-A9C1-AEB678078371}" destId="{ADC2CEC9-7BE2-4AF5-87CF-BF9D6DD72684}" srcOrd="12" destOrd="0" presId="urn:microsoft.com/office/officeart/2005/8/layout/list1"/>
    <dgm:cxn modelId="{DBB14C16-6C06-4DE1-A623-B4C022629389}" type="presParOf" srcId="{ADC2CEC9-7BE2-4AF5-87CF-BF9D6DD72684}" destId="{9991EA0C-FFCE-466A-A43F-86587AC0DF42}" srcOrd="0" destOrd="0" presId="urn:microsoft.com/office/officeart/2005/8/layout/list1"/>
    <dgm:cxn modelId="{FAFD4D97-80BC-4DD4-846F-16350FBE3759}" type="presParOf" srcId="{ADC2CEC9-7BE2-4AF5-87CF-BF9D6DD72684}" destId="{2E4AEF1A-149B-40AC-A77C-EB03DB23D4A0}" srcOrd="1" destOrd="0" presId="urn:microsoft.com/office/officeart/2005/8/layout/list1"/>
    <dgm:cxn modelId="{9FE8C8DC-AA5B-4E2A-A617-2E566AFC714A}" type="presParOf" srcId="{ADEB7919-7E52-48C1-A9C1-AEB678078371}" destId="{DBA3E5E7-241D-418D-BE3D-586A3047A768}" srcOrd="13" destOrd="0" presId="urn:microsoft.com/office/officeart/2005/8/layout/list1"/>
    <dgm:cxn modelId="{E5DBC36C-690D-4E42-8202-8926B375FE25}" type="presParOf" srcId="{ADEB7919-7E52-48C1-A9C1-AEB678078371}" destId="{E67A7646-C400-4929-BBC5-A053988A7EC5}" srcOrd="14" destOrd="0" presId="urn:microsoft.com/office/officeart/2005/8/layout/list1"/>
    <dgm:cxn modelId="{223D2435-EB60-402E-996A-20B88AEE0F4E}" type="presParOf" srcId="{ADEB7919-7E52-48C1-A9C1-AEB678078371}" destId="{3F283AA0-3A76-48BB-8635-DE7A3FE9B448}" srcOrd="15" destOrd="0" presId="urn:microsoft.com/office/officeart/2005/8/layout/list1"/>
    <dgm:cxn modelId="{5E6DF5B7-9C0E-411B-BBAF-63BF0ECA148D}" type="presParOf" srcId="{ADEB7919-7E52-48C1-A9C1-AEB678078371}" destId="{76FEB4C0-0371-4C00-9400-F721F37C8E4D}" srcOrd="16" destOrd="0" presId="urn:microsoft.com/office/officeart/2005/8/layout/list1"/>
    <dgm:cxn modelId="{79C1B4BA-9C03-4178-8D26-CEC1E141D8CC}" type="presParOf" srcId="{76FEB4C0-0371-4C00-9400-F721F37C8E4D}" destId="{899E31AE-5B97-4837-80FE-AA909E83B048}" srcOrd="0" destOrd="0" presId="urn:microsoft.com/office/officeart/2005/8/layout/list1"/>
    <dgm:cxn modelId="{A0378872-3CA0-4859-81F3-8EC76A6437E3}" type="presParOf" srcId="{76FEB4C0-0371-4C00-9400-F721F37C8E4D}" destId="{663E85E0-5350-48F6-B39E-82AFFF1D5C2A}" srcOrd="1" destOrd="0" presId="urn:microsoft.com/office/officeart/2005/8/layout/list1"/>
    <dgm:cxn modelId="{499B5ABF-C161-4805-B473-3AE5055A1259}" type="presParOf" srcId="{ADEB7919-7E52-48C1-A9C1-AEB678078371}" destId="{7F113EA2-42DA-42A0-BFE1-C115BE36C2A8}" srcOrd="17" destOrd="0" presId="urn:microsoft.com/office/officeart/2005/8/layout/list1"/>
    <dgm:cxn modelId="{DBE7C171-DAF5-480D-9901-51A2558C047D}" type="presParOf" srcId="{ADEB7919-7E52-48C1-A9C1-AEB678078371}" destId="{044C7B03-EE65-47CD-B873-AF3C83EFF751}" srcOrd="18" destOrd="0" presId="urn:microsoft.com/office/officeart/2005/8/layout/list1"/>
    <dgm:cxn modelId="{25D258AC-604C-40EA-855D-55AA4DD39AB3}" type="presParOf" srcId="{ADEB7919-7E52-48C1-A9C1-AEB678078371}" destId="{607C1F42-258A-497E-9475-7BAD73315194}" srcOrd="19" destOrd="0" presId="urn:microsoft.com/office/officeart/2005/8/layout/list1"/>
    <dgm:cxn modelId="{3FC3B674-70E2-4211-BA23-BCD1B63B311B}" type="presParOf" srcId="{ADEB7919-7E52-48C1-A9C1-AEB678078371}" destId="{C61E47A8-73D8-4C68-B6AA-461BF564BDFE}" srcOrd="20" destOrd="0" presId="urn:microsoft.com/office/officeart/2005/8/layout/list1"/>
    <dgm:cxn modelId="{86AED669-2C9F-4A97-9F15-310D8DF09305}" type="presParOf" srcId="{C61E47A8-73D8-4C68-B6AA-461BF564BDFE}" destId="{471175AA-57C3-4E49-996E-80CCC13AD6FD}" srcOrd="0" destOrd="0" presId="urn:microsoft.com/office/officeart/2005/8/layout/list1"/>
    <dgm:cxn modelId="{99418CE6-5F54-42A5-BEC5-91949055B2DE}" type="presParOf" srcId="{C61E47A8-73D8-4C68-B6AA-461BF564BDFE}" destId="{C35C3BA7-21F6-4C49-A3E7-74E6DA7D5EEE}" srcOrd="1" destOrd="0" presId="urn:microsoft.com/office/officeart/2005/8/layout/list1"/>
    <dgm:cxn modelId="{2DE53A3A-1825-4E22-AA02-88FF4C134344}" type="presParOf" srcId="{ADEB7919-7E52-48C1-A9C1-AEB678078371}" destId="{CB9B931D-1B31-4201-925D-1FDF382FA80C}" srcOrd="21" destOrd="0" presId="urn:microsoft.com/office/officeart/2005/8/layout/list1"/>
    <dgm:cxn modelId="{265A3EDB-9558-4412-92B6-0757E4311BAB}" type="presParOf" srcId="{ADEB7919-7E52-48C1-A9C1-AEB678078371}" destId="{E8189816-370A-4A2B-BBD8-032835512207}"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977734-438E-42E1-8E23-272C5F1EE884}"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223322D-96A9-4C3E-83AA-7542B8F39715}">
      <dgm:prSet custT="1"/>
      <dgm:spPr/>
      <dgm:t>
        <a:bodyPr/>
        <a:lstStyle/>
        <a:p>
          <a:pPr algn="just">
            <a:defRPr cap="all"/>
          </a:pPr>
          <a:r>
            <a:rPr lang="fr-FR" sz="1200" b="1" dirty="0"/>
            <a:t>Le naufrage du Titanic survenu en avril 1912 est l’un des évènements majeurs de l’histoire marine et constitue aujourd’hui une source précieuse de données permettant de comprendre les profils des passagers, leurs conditions de voyage ainsi que les facteurs ayant influencé leurs chances de survie. </a:t>
          </a:r>
          <a:endParaRPr lang="en-US" sz="1200" b="1" dirty="0"/>
        </a:p>
      </dgm:t>
    </dgm:pt>
    <dgm:pt modelId="{F5B1D0C7-68A3-4EF2-AF0D-8311C440590F}" type="parTrans" cxnId="{52E33593-EE2F-4A34-A60E-67FFB4AAB41D}">
      <dgm:prSet/>
      <dgm:spPr/>
      <dgm:t>
        <a:bodyPr/>
        <a:lstStyle/>
        <a:p>
          <a:endParaRPr lang="en-US"/>
        </a:p>
      </dgm:t>
    </dgm:pt>
    <dgm:pt modelId="{D787ABBE-6307-48DF-B20A-E904B383EADF}" type="sibTrans" cxnId="{52E33593-EE2F-4A34-A60E-67FFB4AAB41D}">
      <dgm:prSet/>
      <dgm:spPr/>
      <dgm:t>
        <a:bodyPr/>
        <a:lstStyle/>
        <a:p>
          <a:endParaRPr lang="en-US"/>
        </a:p>
      </dgm:t>
    </dgm:pt>
    <dgm:pt modelId="{B91013BE-8B36-439A-A7EC-155634D49C81}">
      <dgm:prSet custT="1"/>
      <dgm:spPr/>
      <dgm:t>
        <a:bodyPr/>
        <a:lstStyle/>
        <a:p>
          <a:pPr algn="just">
            <a:defRPr cap="all"/>
          </a:pPr>
          <a:r>
            <a:rPr lang="fr-FR" sz="1200" b="1" dirty="0"/>
            <a:t>L’analyse de ce </a:t>
          </a:r>
          <a:r>
            <a:rPr lang="fr-FR" sz="1200" b="1" dirty="0" err="1"/>
            <a:t>dataset</a:t>
          </a:r>
          <a:r>
            <a:rPr lang="fr-FR" sz="1200" b="1" dirty="0"/>
            <a:t> nous permettra donc exploiter les données du Titanic pour construire un tableau de bord dynamique facilitant l’exploration visuelle et interactive de ces informations</a:t>
          </a:r>
          <a:endParaRPr lang="en-US" sz="1200" b="1" dirty="0"/>
        </a:p>
      </dgm:t>
    </dgm:pt>
    <dgm:pt modelId="{26950FDD-7D1A-4435-BFE0-D38502BFEE03}" type="parTrans" cxnId="{B0EE2920-5EF1-4C02-B5C0-72FA1D7C0FE7}">
      <dgm:prSet/>
      <dgm:spPr/>
      <dgm:t>
        <a:bodyPr/>
        <a:lstStyle/>
        <a:p>
          <a:endParaRPr lang="en-US"/>
        </a:p>
      </dgm:t>
    </dgm:pt>
    <dgm:pt modelId="{DF69D1BF-A63E-48BD-947A-67588CB7C283}" type="sibTrans" cxnId="{B0EE2920-5EF1-4C02-B5C0-72FA1D7C0FE7}">
      <dgm:prSet/>
      <dgm:spPr/>
      <dgm:t>
        <a:bodyPr/>
        <a:lstStyle/>
        <a:p>
          <a:endParaRPr lang="en-US"/>
        </a:p>
      </dgm:t>
    </dgm:pt>
    <dgm:pt modelId="{3DC9D7C5-564A-4C4E-9376-CAB685094CA6}" type="pres">
      <dgm:prSet presAssocID="{95977734-438E-42E1-8E23-272C5F1EE884}" presName="root" presStyleCnt="0">
        <dgm:presLayoutVars>
          <dgm:dir/>
          <dgm:resizeHandles val="exact"/>
        </dgm:presLayoutVars>
      </dgm:prSet>
      <dgm:spPr/>
    </dgm:pt>
    <dgm:pt modelId="{2E68DCA0-06E2-44BC-B276-2367A266E775}" type="pres">
      <dgm:prSet presAssocID="{B223322D-96A9-4C3E-83AA-7542B8F39715}" presName="compNode" presStyleCnt="0"/>
      <dgm:spPr/>
    </dgm:pt>
    <dgm:pt modelId="{2190664F-CCB0-4404-A5DA-0BA6F7E7D994}" type="pres">
      <dgm:prSet presAssocID="{B223322D-96A9-4C3E-83AA-7542B8F39715}" presName="iconBgRect" presStyleLbl="bgShp" presStyleIdx="0" presStyleCnt="2"/>
      <dgm:spPr/>
    </dgm:pt>
    <dgm:pt modelId="{DFF97639-E101-4B5A-8C0B-6ED126418C26}" type="pres">
      <dgm:prSet presAssocID="{B223322D-96A9-4C3E-83AA-7542B8F3971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ncrer"/>
        </a:ext>
      </dgm:extLst>
    </dgm:pt>
    <dgm:pt modelId="{7BF745A3-C359-4A96-B178-10BF6435D06B}" type="pres">
      <dgm:prSet presAssocID="{B223322D-96A9-4C3E-83AA-7542B8F39715}" presName="spaceRect" presStyleCnt="0"/>
      <dgm:spPr/>
    </dgm:pt>
    <dgm:pt modelId="{029F1362-0231-40FC-BC57-BABDD741836F}" type="pres">
      <dgm:prSet presAssocID="{B223322D-96A9-4C3E-83AA-7542B8F39715}" presName="textRect" presStyleLbl="revTx" presStyleIdx="0" presStyleCnt="2">
        <dgm:presLayoutVars>
          <dgm:chMax val="1"/>
          <dgm:chPref val="1"/>
        </dgm:presLayoutVars>
      </dgm:prSet>
      <dgm:spPr/>
    </dgm:pt>
    <dgm:pt modelId="{DEBD78CA-A1D7-403A-9B22-C80A1FCE2D97}" type="pres">
      <dgm:prSet presAssocID="{D787ABBE-6307-48DF-B20A-E904B383EADF}" presName="sibTrans" presStyleCnt="0"/>
      <dgm:spPr/>
    </dgm:pt>
    <dgm:pt modelId="{8B7DCEE1-6A1B-499E-A389-F8DEB5676103}" type="pres">
      <dgm:prSet presAssocID="{B91013BE-8B36-439A-A7EC-155634D49C81}" presName="compNode" presStyleCnt="0"/>
      <dgm:spPr/>
    </dgm:pt>
    <dgm:pt modelId="{38792A67-E236-4920-B72C-125940BD97C6}" type="pres">
      <dgm:prSet presAssocID="{B91013BE-8B36-439A-A7EC-155634D49C81}" presName="iconBgRect" presStyleLbl="bgShp" presStyleIdx="1" presStyleCnt="2"/>
      <dgm:spPr/>
    </dgm:pt>
    <dgm:pt modelId="{EFE02EF7-1DA5-4ACA-AF42-2D6E4B4EA8B3}" type="pres">
      <dgm:prSet presAssocID="{B91013BE-8B36-439A-A7EC-155634D49C8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se de données"/>
        </a:ext>
      </dgm:extLst>
    </dgm:pt>
    <dgm:pt modelId="{B1D81317-8C53-44CD-8A9A-2E86ABDC907F}" type="pres">
      <dgm:prSet presAssocID="{B91013BE-8B36-439A-A7EC-155634D49C81}" presName="spaceRect" presStyleCnt="0"/>
      <dgm:spPr/>
    </dgm:pt>
    <dgm:pt modelId="{ED6CA868-91D9-49FB-B3CB-6F6B94C7DC4E}" type="pres">
      <dgm:prSet presAssocID="{B91013BE-8B36-439A-A7EC-155634D49C81}" presName="textRect" presStyleLbl="revTx" presStyleIdx="1" presStyleCnt="2">
        <dgm:presLayoutVars>
          <dgm:chMax val="1"/>
          <dgm:chPref val="1"/>
        </dgm:presLayoutVars>
      </dgm:prSet>
      <dgm:spPr/>
    </dgm:pt>
  </dgm:ptLst>
  <dgm:cxnLst>
    <dgm:cxn modelId="{B0EE2920-5EF1-4C02-B5C0-72FA1D7C0FE7}" srcId="{95977734-438E-42E1-8E23-272C5F1EE884}" destId="{B91013BE-8B36-439A-A7EC-155634D49C81}" srcOrd="1" destOrd="0" parTransId="{26950FDD-7D1A-4435-BFE0-D38502BFEE03}" sibTransId="{DF69D1BF-A63E-48BD-947A-67588CB7C283}"/>
    <dgm:cxn modelId="{5BACF92B-5AA6-4A32-8621-AE3B40D5003A}" type="presOf" srcId="{95977734-438E-42E1-8E23-272C5F1EE884}" destId="{3DC9D7C5-564A-4C4E-9376-CAB685094CA6}" srcOrd="0" destOrd="0" presId="urn:microsoft.com/office/officeart/2018/5/layout/IconCircleLabelList"/>
    <dgm:cxn modelId="{9C48E541-C5F6-46E5-9346-99FBAC21C10A}" type="presOf" srcId="{B223322D-96A9-4C3E-83AA-7542B8F39715}" destId="{029F1362-0231-40FC-BC57-BABDD741836F}" srcOrd="0" destOrd="0" presId="urn:microsoft.com/office/officeart/2018/5/layout/IconCircleLabelList"/>
    <dgm:cxn modelId="{52E33593-EE2F-4A34-A60E-67FFB4AAB41D}" srcId="{95977734-438E-42E1-8E23-272C5F1EE884}" destId="{B223322D-96A9-4C3E-83AA-7542B8F39715}" srcOrd="0" destOrd="0" parTransId="{F5B1D0C7-68A3-4EF2-AF0D-8311C440590F}" sibTransId="{D787ABBE-6307-48DF-B20A-E904B383EADF}"/>
    <dgm:cxn modelId="{195917BF-1BE6-4E1D-B65F-22B33B3FE690}" type="presOf" srcId="{B91013BE-8B36-439A-A7EC-155634D49C81}" destId="{ED6CA868-91D9-49FB-B3CB-6F6B94C7DC4E}" srcOrd="0" destOrd="0" presId="urn:microsoft.com/office/officeart/2018/5/layout/IconCircleLabelList"/>
    <dgm:cxn modelId="{82AA0881-4A88-49B5-95F8-A5F99E77BEF6}" type="presParOf" srcId="{3DC9D7C5-564A-4C4E-9376-CAB685094CA6}" destId="{2E68DCA0-06E2-44BC-B276-2367A266E775}" srcOrd="0" destOrd="0" presId="urn:microsoft.com/office/officeart/2018/5/layout/IconCircleLabelList"/>
    <dgm:cxn modelId="{2EA050DB-F227-4302-B698-5DA0663F0BA3}" type="presParOf" srcId="{2E68DCA0-06E2-44BC-B276-2367A266E775}" destId="{2190664F-CCB0-4404-A5DA-0BA6F7E7D994}" srcOrd="0" destOrd="0" presId="urn:microsoft.com/office/officeart/2018/5/layout/IconCircleLabelList"/>
    <dgm:cxn modelId="{B04D6FA4-5DF8-42E3-B335-E0861A53D9EC}" type="presParOf" srcId="{2E68DCA0-06E2-44BC-B276-2367A266E775}" destId="{DFF97639-E101-4B5A-8C0B-6ED126418C26}" srcOrd="1" destOrd="0" presId="urn:microsoft.com/office/officeart/2018/5/layout/IconCircleLabelList"/>
    <dgm:cxn modelId="{685EBACA-24FE-43B4-BB15-1772AA23484C}" type="presParOf" srcId="{2E68DCA0-06E2-44BC-B276-2367A266E775}" destId="{7BF745A3-C359-4A96-B178-10BF6435D06B}" srcOrd="2" destOrd="0" presId="urn:microsoft.com/office/officeart/2018/5/layout/IconCircleLabelList"/>
    <dgm:cxn modelId="{0606FA4A-922E-4ED8-B166-279EC2E3DBF3}" type="presParOf" srcId="{2E68DCA0-06E2-44BC-B276-2367A266E775}" destId="{029F1362-0231-40FC-BC57-BABDD741836F}" srcOrd="3" destOrd="0" presId="urn:microsoft.com/office/officeart/2018/5/layout/IconCircleLabelList"/>
    <dgm:cxn modelId="{A7794027-ECC5-4CF5-8BF2-672F427D7063}" type="presParOf" srcId="{3DC9D7C5-564A-4C4E-9376-CAB685094CA6}" destId="{DEBD78CA-A1D7-403A-9B22-C80A1FCE2D97}" srcOrd="1" destOrd="0" presId="urn:microsoft.com/office/officeart/2018/5/layout/IconCircleLabelList"/>
    <dgm:cxn modelId="{EB8943AD-096D-4411-9A4B-8EBEC92F1E7A}" type="presParOf" srcId="{3DC9D7C5-564A-4C4E-9376-CAB685094CA6}" destId="{8B7DCEE1-6A1B-499E-A389-F8DEB5676103}" srcOrd="2" destOrd="0" presId="urn:microsoft.com/office/officeart/2018/5/layout/IconCircleLabelList"/>
    <dgm:cxn modelId="{5DD1B03B-053A-4395-B322-FF2C6C5F343A}" type="presParOf" srcId="{8B7DCEE1-6A1B-499E-A389-F8DEB5676103}" destId="{38792A67-E236-4920-B72C-125940BD97C6}" srcOrd="0" destOrd="0" presId="urn:microsoft.com/office/officeart/2018/5/layout/IconCircleLabelList"/>
    <dgm:cxn modelId="{42BD8373-C033-459F-9AC4-D118A958781A}" type="presParOf" srcId="{8B7DCEE1-6A1B-499E-A389-F8DEB5676103}" destId="{EFE02EF7-1DA5-4ACA-AF42-2D6E4B4EA8B3}" srcOrd="1" destOrd="0" presId="urn:microsoft.com/office/officeart/2018/5/layout/IconCircleLabelList"/>
    <dgm:cxn modelId="{5048910F-E513-4E26-8682-AED74B740912}" type="presParOf" srcId="{8B7DCEE1-6A1B-499E-A389-F8DEB5676103}" destId="{B1D81317-8C53-44CD-8A9A-2E86ABDC907F}" srcOrd="2" destOrd="0" presId="urn:microsoft.com/office/officeart/2018/5/layout/IconCircleLabelList"/>
    <dgm:cxn modelId="{26E4AD60-99EA-4A70-A6AB-A9CEF8B37EE5}" type="presParOf" srcId="{8B7DCEE1-6A1B-499E-A389-F8DEB5676103}" destId="{ED6CA868-91D9-49FB-B3CB-6F6B94C7DC4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7DB488-A79E-43AC-A07A-C15E6C4D4661}"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875BE4BF-7F63-4DFD-B9F0-C6012528A8E9}">
      <dgm:prSet/>
      <dgm:spPr/>
      <dgm:t>
        <a:bodyPr/>
        <a:lstStyle/>
        <a:p>
          <a:r>
            <a:rPr lang="fr-FR" b="1" dirty="0"/>
            <a:t>Identifier les caractéristiques clés des passagers</a:t>
          </a:r>
          <a:endParaRPr lang="en-US" dirty="0"/>
        </a:p>
      </dgm:t>
    </dgm:pt>
    <dgm:pt modelId="{D0540C2A-3E17-42AE-96E8-3EB5F0DB0AA3}" type="parTrans" cxnId="{D48AF489-2F83-4501-88D6-B43447375DA6}">
      <dgm:prSet/>
      <dgm:spPr/>
      <dgm:t>
        <a:bodyPr/>
        <a:lstStyle/>
        <a:p>
          <a:endParaRPr lang="en-US"/>
        </a:p>
      </dgm:t>
    </dgm:pt>
    <dgm:pt modelId="{C8E27629-6594-4816-934A-7C2679BD8DDF}" type="sibTrans" cxnId="{D48AF489-2F83-4501-88D6-B43447375DA6}">
      <dgm:prSet/>
      <dgm:spPr/>
      <dgm:t>
        <a:bodyPr/>
        <a:lstStyle/>
        <a:p>
          <a:endParaRPr lang="en-US"/>
        </a:p>
      </dgm:t>
    </dgm:pt>
    <dgm:pt modelId="{2129DB0C-0DA1-40EA-8B38-713B2495396C}">
      <dgm:prSet/>
      <dgm:spPr/>
      <dgm:t>
        <a:bodyPr/>
        <a:lstStyle/>
        <a:p>
          <a:r>
            <a:rPr lang="fr-FR" b="1" dirty="0"/>
            <a:t>Etudier leur impact sur la survie </a:t>
          </a:r>
          <a:endParaRPr lang="en-US" dirty="0"/>
        </a:p>
      </dgm:t>
    </dgm:pt>
    <dgm:pt modelId="{23715319-AAC9-4D04-A9A1-8BC12E2138E2}" type="parTrans" cxnId="{4CA1CC7B-8570-4CB4-B2A2-A44F4F203C02}">
      <dgm:prSet/>
      <dgm:spPr/>
      <dgm:t>
        <a:bodyPr/>
        <a:lstStyle/>
        <a:p>
          <a:endParaRPr lang="en-US"/>
        </a:p>
      </dgm:t>
    </dgm:pt>
    <dgm:pt modelId="{5D8CCC37-1E3E-48F2-93FC-F5839B838606}" type="sibTrans" cxnId="{4CA1CC7B-8570-4CB4-B2A2-A44F4F203C02}">
      <dgm:prSet/>
      <dgm:spPr/>
      <dgm:t>
        <a:bodyPr/>
        <a:lstStyle/>
        <a:p>
          <a:endParaRPr lang="en-US"/>
        </a:p>
      </dgm:t>
    </dgm:pt>
    <dgm:pt modelId="{A26DC089-5F63-46F0-B8F8-9E23EB97DD43}">
      <dgm:prSet/>
      <dgm:spPr/>
      <dgm:t>
        <a:bodyPr/>
        <a:lstStyle/>
        <a:p>
          <a:r>
            <a:rPr lang="fr-FR" b="1"/>
            <a:t>Créer un tableau de bord claire et interactif</a:t>
          </a:r>
          <a:endParaRPr lang="en-US"/>
        </a:p>
      </dgm:t>
    </dgm:pt>
    <dgm:pt modelId="{A8EA503B-04C8-4B09-9CF6-114080F88A27}" type="parTrans" cxnId="{05CA2E12-4EC5-4ACB-A945-3F845E7321D4}">
      <dgm:prSet/>
      <dgm:spPr/>
      <dgm:t>
        <a:bodyPr/>
        <a:lstStyle/>
        <a:p>
          <a:endParaRPr lang="en-US"/>
        </a:p>
      </dgm:t>
    </dgm:pt>
    <dgm:pt modelId="{3D0CCBAC-07C3-409B-8A3D-ED1B07E7CEB9}" type="sibTrans" cxnId="{05CA2E12-4EC5-4ACB-A945-3F845E7321D4}">
      <dgm:prSet/>
      <dgm:spPr/>
      <dgm:t>
        <a:bodyPr/>
        <a:lstStyle/>
        <a:p>
          <a:endParaRPr lang="en-US"/>
        </a:p>
      </dgm:t>
    </dgm:pt>
    <dgm:pt modelId="{3C7449EF-3D11-48F3-9CDF-6A03F3A313EA}" type="pres">
      <dgm:prSet presAssocID="{C27DB488-A79E-43AC-A07A-C15E6C4D4661}" presName="hierChild1" presStyleCnt="0">
        <dgm:presLayoutVars>
          <dgm:chPref val="1"/>
          <dgm:dir/>
          <dgm:animOne val="branch"/>
          <dgm:animLvl val="lvl"/>
          <dgm:resizeHandles/>
        </dgm:presLayoutVars>
      </dgm:prSet>
      <dgm:spPr/>
    </dgm:pt>
    <dgm:pt modelId="{CFC9D843-ED83-43DA-8BF8-714364620B03}" type="pres">
      <dgm:prSet presAssocID="{875BE4BF-7F63-4DFD-B9F0-C6012528A8E9}" presName="hierRoot1" presStyleCnt="0"/>
      <dgm:spPr/>
    </dgm:pt>
    <dgm:pt modelId="{130432BC-7DCF-4068-B7EE-A89BF6B791D7}" type="pres">
      <dgm:prSet presAssocID="{875BE4BF-7F63-4DFD-B9F0-C6012528A8E9}" presName="composite" presStyleCnt="0"/>
      <dgm:spPr/>
    </dgm:pt>
    <dgm:pt modelId="{6581A530-6673-4503-BA93-073B02D7F8BB}" type="pres">
      <dgm:prSet presAssocID="{875BE4BF-7F63-4DFD-B9F0-C6012528A8E9}" presName="background" presStyleLbl="node0" presStyleIdx="0" presStyleCnt="3"/>
      <dgm:spPr/>
    </dgm:pt>
    <dgm:pt modelId="{C14FE565-1276-4919-B2D9-22ABD1C5826D}" type="pres">
      <dgm:prSet presAssocID="{875BE4BF-7F63-4DFD-B9F0-C6012528A8E9}" presName="text" presStyleLbl="fgAcc0" presStyleIdx="0" presStyleCnt="3">
        <dgm:presLayoutVars>
          <dgm:chPref val="3"/>
        </dgm:presLayoutVars>
      </dgm:prSet>
      <dgm:spPr/>
    </dgm:pt>
    <dgm:pt modelId="{771A9BEB-CC09-4B02-BA77-C6180D24C3BB}" type="pres">
      <dgm:prSet presAssocID="{875BE4BF-7F63-4DFD-B9F0-C6012528A8E9}" presName="hierChild2" presStyleCnt="0"/>
      <dgm:spPr/>
    </dgm:pt>
    <dgm:pt modelId="{E1BE7D83-26E8-41E9-A94E-AD87585359E1}" type="pres">
      <dgm:prSet presAssocID="{2129DB0C-0DA1-40EA-8B38-713B2495396C}" presName="hierRoot1" presStyleCnt="0"/>
      <dgm:spPr/>
    </dgm:pt>
    <dgm:pt modelId="{42340F20-59F8-486B-9D6B-F7C5DE217717}" type="pres">
      <dgm:prSet presAssocID="{2129DB0C-0DA1-40EA-8B38-713B2495396C}" presName="composite" presStyleCnt="0"/>
      <dgm:spPr/>
    </dgm:pt>
    <dgm:pt modelId="{48F49F36-5D9B-4D5A-A405-D6BEE50B47A8}" type="pres">
      <dgm:prSet presAssocID="{2129DB0C-0DA1-40EA-8B38-713B2495396C}" presName="background" presStyleLbl="node0" presStyleIdx="1" presStyleCnt="3"/>
      <dgm:spPr/>
    </dgm:pt>
    <dgm:pt modelId="{90390468-D1C5-4EAA-9248-2049EC697FD1}" type="pres">
      <dgm:prSet presAssocID="{2129DB0C-0DA1-40EA-8B38-713B2495396C}" presName="text" presStyleLbl="fgAcc0" presStyleIdx="1" presStyleCnt="3">
        <dgm:presLayoutVars>
          <dgm:chPref val="3"/>
        </dgm:presLayoutVars>
      </dgm:prSet>
      <dgm:spPr/>
    </dgm:pt>
    <dgm:pt modelId="{FABC5736-994C-423E-B60F-F23D279A6B28}" type="pres">
      <dgm:prSet presAssocID="{2129DB0C-0DA1-40EA-8B38-713B2495396C}" presName="hierChild2" presStyleCnt="0"/>
      <dgm:spPr/>
    </dgm:pt>
    <dgm:pt modelId="{0C1DC6FE-6173-4CFC-A514-272614894194}" type="pres">
      <dgm:prSet presAssocID="{A26DC089-5F63-46F0-B8F8-9E23EB97DD43}" presName="hierRoot1" presStyleCnt="0"/>
      <dgm:spPr/>
    </dgm:pt>
    <dgm:pt modelId="{06821198-D5B8-4EE4-BA75-28E305B92302}" type="pres">
      <dgm:prSet presAssocID="{A26DC089-5F63-46F0-B8F8-9E23EB97DD43}" presName="composite" presStyleCnt="0"/>
      <dgm:spPr/>
    </dgm:pt>
    <dgm:pt modelId="{CA11A20C-FA53-494E-B1A4-CCE05B56F919}" type="pres">
      <dgm:prSet presAssocID="{A26DC089-5F63-46F0-B8F8-9E23EB97DD43}" presName="background" presStyleLbl="node0" presStyleIdx="2" presStyleCnt="3"/>
      <dgm:spPr/>
    </dgm:pt>
    <dgm:pt modelId="{94BFA625-3A00-4EF0-9E75-9DE539079B63}" type="pres">
      <dgm:prSet presAssocID="{A26DC089-5F63-46F0-B8F8-9E23EB97DD43}" presName="text" presStyleLbl="fgAcc0" presStyleIdx="2" presStyleCnt="3">
        <dgm:presLayoutVars>
          <dgm:chPref val="3"/>
        </dgm:presLayoutVars>
      </dgm:prSet>
      <dgm:spPr/>
    </dgm:pt>
    <dgm:pt modelId="{E3BFA5B7-B994-4DFC-9AD8-21E6C3092BE8}" type="pres">
      <dgm:prSet presAssocID="{A26DC089-5F63-46F0-B8F8-9E23EB97DD43}" presName="hierChild2" presStyleCnt="0"/>
      <dgm:spPr/>
    </dgm:pt>
  </dgm:ptLst>
  <dgm:cxnLst>
    <dgm:cxn modelId="{05CA2E12-4EC5-4ACB-A945-3F845E7321D4}" srcId="{C27DB488-A79E-43AC-A07A-C15E6C4D4661}" destId="{A26DC089-5F63-46F0-B8F8-9E23EB97DD43}" srcOrd="2" destOrd="0" parTransId="{A8EA503B-04C8-4B09-9CF6-114080F88A27}" sibTransId="{3D0CCBAC-07C3-409B-8A3D-ED1B07E7CEB9}"/>
    <dgm:cxn modelId="{6A6D2A4A-50CA-4837-9381-C0D9FDB3D5FB}" type="presOf" srcId="{2129DB0C-0DA1-40EA-8B38-713B2495396C}" destId="{90390468-D1C5-4EAA-9248-2049EC697FD1}" srcOrd="0" destOrd="0" presId="urn:microsoft.com/office/officeart/2005/8/layout/hierarchy1"/>
    <dgm:cxn modelId="{4CA1CC7B-8570-4CB4-B2A2-A44F4F203C02}" srcId="{C27DB488-A79E-43AC-A07A-C15E6C4D4661}" destId="{2129DB0C-0DA1-40EA-8B38-713B2495396C}" srcOrd="1" destOrd="0" parTransId="{23715319-AAC9-4D04-A9A1-8BC12E2138E2}" sibTransId="{5D8CCC37-1E3E-48F2-93FC-F5839B838606}"/>
    <dgm:cxn modelId="{37AE4684-501E-42CE-8FB3-6D6899F4715E}" type="presOf" srcId="{A26DC089-5F63-46F0-B8F8-9E23EB97DD43}" destId="{94BFA625-3A00-4EF0-9E75-9DE539079B63}" srcOrd="0" destOrd="0" presId="urn:microsoft.com/office/officeart/2005/8/layout/hierarchy1"/>
    <dgm:cxn modelId="{D48AF489-2F83-4501-88D6-B43447375DA6}" srcId="{C27DB488-A79E-43AC-A07A-C15E6C4D4661}" destId="{875BE4BF-7F63-4DFD-B9F0-C6012528A8E9}" srcOrd="0" destOrd="0" parTransId="{D0540C2A-3E17-42AE-96E8-3EB5F0DB0AA3}" sibTransId="{C8E27629-6594-4816-934A-7C2679BD8DDF}"/>
    <dgm:cxn modelId="{D56E18A3-4FA7-4C39-A019-BDB14650E92C}" type="presOf" srcId="{875BE4BF-7F63-4DFD-B9F0-C6012528A8E9}" destId="{C14FE565-1276-4919-B2D9-22ABD1C5826D}" srcOrd="0" destOrd="0" presId="urn:microsoft.com/office/officeart/2005/8/layout/hierarchy1"/>
    <dgm:cxn modelId="{42B3FBCE-0838-46C7-B72C-6454F2C63102}" type="presOf" srcId="{C27DB488-A79E-43AC-A07A-C15E6C4D4661}" destId="{3C7449EF-3D11-48F3-9CDF-6A03F3A313EA}" srcOrd="0" destOrd="0" presId="urn:microsoft.com/office/officeart/2005/8/layout/hierarchy1"/>
    <dgm:cxn modelId="{01D10A56-9B86-4C43-BB49-A0DFAB3C0683}" type="presParOf" srcId="{3C7449EF-3D11-48F3-9CDF-6A03F3A313EA}" destId="{CFC9D843-ED83-43DA-8BF8-714364620B03}" srcOrd="0" destOrd="0" presId="urn:microsoft.com/office/officeart/2005/8/layout/hierarchy1"/>
    <dgm:cxn modelId="{F093A652-4714-4FF7-A87E-4B6EE5DCBB72}" type="presParOf" srcId="{CFC9D843-ED83-43DA-8BF8-714364620B03}" destId="{130432BC-7DCF-4068-B7EE-A89BF6B791D7}" srcOrd="0" destOrd="0" presId="urn:microsoft.com/office/officeart/2005/8/layout/hierarchy1"/>
    <dgm:cxn modelId="{9D265EC4-5BEF-42D6-94E4-DF6734D10845}" type="presParOf" srcId="{130432BC-7DCF-4068-B7EE-A89BF6B791D7}" destId="{6581A530-6673-4503-BA93-073B02D7F8BB}" srcOrd="0" destOrd="0" presId="urn:microsoft.com/office/officeart/2005/8/layout/hierarchy1"/>
    <dgm:cxn modelId="{DE3C9D68-71ED-4D3D-A79E-6038AEC10A58}" type="presParOf" srcId="{130432BC-7DCF-4068-B7EE-A89BF6B791D7}" destId="{C14FE565-1276-4919-B2D9-22ABD1C5826D}" srcOrd="1" destOrd="0" presId="urn:microsoft.com/office/officeart/2005/8/layout/hierarchy1"/>
    <dgm:cxn modelId="{4ABBA90D-3047-4CEC-BC31-89CC1CFF412C}" type="presParOf" srcId="{CFC9D843-ED83-43DA-8BF8-714364620B03}" destId="{771A9BEB-CC09-4B02-BA77-C6180D24C3BB}" srcOrd="1" destOrd="0" presId="urn:microsoft.com/office/officeart/2005/8/layout/hierarchy1"/>
    <dgm:cxn modelId="{F5723375-5046-424B-AEDE-965474C8FCE2}" type="presParOf" srcId="{3C7449EF-3D11-48F3-9CDF-6A03F3A313EA}" destId="{E1BE7D83-26E8-41E9-A94E-AD87585359E1}" srcOrd="1" destOrd="0" presId="urn:microsoft.com/office/officeart/2005/8/layout/hierarchy1"/>
    <dgm:cxn modelId="{522EE119-AED9-45ED-A26E-26AEF18276B8}" type="presParOf" srcId="{E1BE7D83-26E8-41E9-A94E-AD87585359E1}" destId="{42340F20-59F8-486B-9D6B-F7C5DE217717}" srcOrd="0" destOrd="0" presId="urn:microsoft.com/office/officeart/2005/8/layout/hierarchy1"/>
    <dgm:cxn modelId="{705A68BE-6640-4733-A742-E0B5943FBFCD}" type="presParOf" srcId="{42340F20-59F8-486B-9D6B-F7C5DE217717}" destId="{48F49F36-5D9B-4D5A-A405-D6BEE50B47A8}" srcOrd="0" destOrd="0" presId="urn:microsoft.com/office/officeart/2005/8/layout/hierarchy1"/>
    <dgm:cxn modelId="{728D81C1-AE17-4618-ABC3-D4E2131C47C7}" type="presParOf" srcId="{42340F20-59F8-486B-9D6B-F7C5DE217717}" destId="{90390468-D1C5-4EAA-9248-2049EC697FD1}" srcOrd="1" destOrd="0" presId="urn:microsoft.com/office/officeart/2005/8/layout/hierarchy1"/>
    <dgm:cxn modelId="{3FDC4EA9-B4F7-4759-9AEE-451B2A6DD82B}" type="presParOf" srcId="{E1BE7D83-26E8-41E9-A94E-AD87585359E1}" destId="{FABC5736-994C-423E-B60F-F23D279A6B28}" srcOrd="1" destOrd="0" presId="urn:microsoft.com/office/officeart/2005/8/layout/hierarchy1"/>
    <dgm:cxn modelId="{64A5DECB-9FB7-4328-B33B-2021EB011AE3}" type="presParOf" srcId="{3C7449EF-3D11-48F3-9CDF-6A03F3A313EA}" destId="{0C1DC6FE-6173-4CFC-A514-272614894194}" srcOrd="2" destOrd="0" presId="urn:microsoft.com/office/officeart/2005/8/layout/hierarchy1"/>
    <dgm:cxn modelId="{583545C5-B3D2-44E5-B0F3-68A6243FE949}" type="presParOf" srcId="{0C1DC6FE-6173-4CFC-A514-272614894194}" destId="{06821198-D5B8-4EE4-BA75-28E305B92302}" srcOrd="0" destOrd="0" presId="urn:microsoft.com/office/officeart/2005/8/layout/hierarchy1"/>
    <dgm:cxn modelId="{A19B46B0-5761-49AA-AD64-539CE10BDAFD}" type="presParOf" srcId="{06821198-D5B8-4EE4-BA75-28E305B92302}" destId="{CA11A20C-FA53-494E-B1A4-CCE05B56F919}" srcOrd="0" destOrd="0" presId="urn:microsoft.com/office/officeart/2005/8/layout/hierarchy1"/>
    <dgm:cxn modelId="{6CCC38A7-C24D-4FCE-ADDC-5ED4825CC62D}" type="presParOf" srcId="{06821198-D5B8-4EE4-BA75-28E305B92302}" destId="{94BFA625-3A00-4EF0-9E75-9DE539079B63}" srcOrd="1" destOrd="0" presId="urn:microsoft.com/office/officeart/2005/8/layout/hierarchy1"/>
    <dgm:cxn modelId="{5AA63DDF-F78F-416E-A656-AE9447564C1E}" type="presParOf" srcId="{0C1DC6FE-6173-4CFC-A514-272614894194}" destId="{E3BFA5B7-B994-4DFC-9AD8-21E6C3092BE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E7187EF-E508-48B7-9DB6-5EF4A16CB65E}"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D749843D-4101-4A84-AF7F-B14E9469F4AF}">
      <dgm:prSet/>
      <dgm:spPr/>
      <dgm:t>
        <a:bodyPr/>
        <a:lstStyle/>
        <a:p>
          <a:pPr>
            <a:lnSpc>
              <a:spcPct val="100000"/>
            </a:lnSpc>
          </a:pPr>
          <a:r>
            <a:rPr lang="fr-FR" b="1"/>
            <a:t>Importation du fichier titanic.csv dans Excel</a:t>
          </a:r>
          <a:endParaRPr lang="en-US"/>
        </a:p>
      </dgm:t>
    </dgm:pt>
    <dgm:pt modelId="{7F092868-6B05-48FE-8D9A-2C90CB5122B1}" type="parTrans" cxnId="{92191DA8-5EB4-4460-ABDB-99A67E476A03}">
      <dgm:prSet/>
      <dgm:spPr/>
      <dgm:t>
        <a:bodyPr/>
        <a:lstStyle/>
        <a:p>
          <a:endParaRPr lang="en-US"/>
        </a:p>
      </dgm:t>
    </dgm:pt>
    <dgm:pt modelId="{097A3AB5-01A1-4CEF-AF4A-85FC41D761BA}" type="sibTrans" cxnId="{92191DA8-5EB4-4460-ABDB-99A67E476A03}">
      <dgm:prSet/>
      <dgm:spPr/>
      <dgm:t>
        <a:bodyPr/>
        <a:lstStyle/>
        <a:p>
          <a:pPr>
            <a:lnSpc>
              <a:spcPct val="100000"/>
            </a:lnSpc>
          </a:pPr>
          <a:endParaRPr lang="en-US"/>
        </a:p>
      </dgm:t>
    </dgm:pt>
    <dgm:pt modelId="{E2BA4596-C4F1-4A52-9BE3-3C7239F42FC5}">
      <dgm:prSet/>
      <dgm:spPr/>
      <dgm:t>
        <a:bodyPr/>
        <a:lstStyle/>
        <a:p>
          <a:pPr>
            <a:lnSpc>
              <a:spcPct val="100000"/>
            </a:lnSpc>
          </a:pPr>
          <a:r>
            <a:rPr lang="fr-FR" b="1"/>
            <a:t>Vérification de la qualité des données</a:t>
          </a:r>
          <a:endParaRPr lang="en-US"/>
        </a:p>
      </dgm:t>
    </dgm:pt>
    <dgm:pt modelId="{DE3E50BD-A7E5-4642-AAB2-54FDA639F60B}" type="parTrans" cxnId="{DB5602E0-40D7-407E-BEE2-26D83F2E04F3}">
      <dgm:prSet/>
      <dgm:spPr/>
      <dgm:t>
        <a:bodyPr/>
        <a:lstStyle/>
        <a:p>
          <a:endParaRPr lang="en-US"/>
        </a:p>
      </dgm:t>
    </dgm:pt>
    <dgm:pt modelId="{452B4B2E-D933-4ECD-9EFE-928BDBE74727}" type="sibTrans" cxnId="{DB5602E0-40D7-407E-BEE2-26D83F2E04F3}">
      <dgm:prSet/>
      <dgm:spPr/>
      <dgm:t>
        <a:bodyPr/>
        <a:lstStyle/>
        <a:p>
          <a:pPr>
            <a:lnSpc>
              <a:spcPct val="100000"/>
            </a:lnSpc>
          </a:pPr>
          <a:endParaRPr lang="en-US"/>
        </a:p>
      </dgm:t>
    </dgm:pt>
    <dgm:pt modelId="{E66028E8-FF41-43A9-B5FF-A6C42ED04CF4}">
      <dgm:prSet/>
      <dgm:spPr/>
      <dgm:t>
        <a:bodyPr/>
        <a:lstStyle/>
        <a:p>
          <a:pPr>
            <a:lnSpc>
              <a:spcPct val="100000"/>
            </a:lnSpc>
          </a:pPr>
          <a:r>
            <a:rPr lang="fr-FR" b="1"/>
            <a:t>Normalisation des formats et organisation des colonnes</a:t>
          </a:r>
          <a:endParaRPr lang="en-US"/>
        </a:p>
      </dgm:t>
    </dgm:pt>
    <dgm:pt modelId="{E073ED45-5FB5-40B1-87BE-A69380A7E4D1}" type="parTrans" cxnId="{CB5A95BD-B205-47F0-A31A-9A42ADAFD4FA}">
      <dgm:prSet/>
      <dgm:spPr/>
      <dgm:t>
        <a:bodyPr/>
        <a:lstStyle/>
        <a:p>
          <a:endParaRPr lang="en-US"/>
        </a:p>
      </dgm:t>
    </dgm:pt>
    <dgm:pt modelId="{D110908A-9387-4CFD-8F20-F4E973E5F46D}" type="sibTrans" cxnId="{CB5A95BD-B205-47F0-A31A-9A42ADAFD4FA}">
      <dgm:prSet/>
      <dgm:spPr/>
      <dgm:t>
        <a:bodyPr/>
        <a:lstStyle/>
        <a:p>
          <a:pPr>
            <a:lnSpc>
              <a:spcPct val="100000"/>
            </a:lnSpc>
          </a:pPr>
          <a:endParaRPr lang="en-US"/>
        </a:p>
      </dgm:t>
    </dgm:pt>
    <dgm:pt modelId="{52442B98-EA7A-4FDB-8C66-F4E8857F6595}">
      <dgm:prSet/>
      <dgm:spPr/>
      <dgm:t>
        <a:bodyPr/>
        <a:lstStyle/>
        <a:p>
          <a:pPr>
            <a:lnSpc>
              <a:spcPct val="100000"/>
            </a:lnSpc>
          </a:pPr>
          <a:r>
            <a:rPr lang="fr-FR" b="1"/>
            <a:t>Préparation des données pour les analyses et graphiques</a:t>
          </a:r>
          <a:endParaRPr lang="en-US"/>
        </a:p>
      </dgm:t>
    </dgm:pt>
    <dgm:pt modelId="{2528F384-858A-49B9-812C-6A7556BC0F42}" type="parTrans" cxnId="{ADCE1ED7-1A2A-43E0-B968-89971F50B32F}">
      <dgm:prSet/>
      <dgm:spPr/>
      <dgm:t>
        <a:bodyPr/>
        <a:lstStyle/>
        <a:p>
          <a:endParaRPr lang="en-US"/>
        </a:p>
      </dgm:t>
    </dgm:pt>
    <dgm:pt modelId="{CE30E2DD-AB4E-41C4-BD7E-F88AE17BF04A}" type="sibTrans" cxnId="{ADCE1ED7-1A2A-43E0-B968-89971F50B32F}">
      <dgm:prSet/>
      <dgm:spPr/>
      <dgm:t>
        <a:bodyPr/>
        <a:lstStyle/>
        <a:p>
          <a:endParaRPr lang="en-US"/>
        </a:p>
      </dgm:t>
    </dgm:pt>
    <dgm:pt modelId="{32F1342B-8DD7-43B2-81B5-AD05770E7017}" type="pres">
      <dgm:prSet presAssocID="{CE7187EF-E508-48B7-9DB6-5EF4A16CB65E}" presName="root" presStyleCnt="0">
        <dgm:presLayoutVars>
          <dgm:dir/>
          <dgm:resizeHandles val="exact"/>
        </dgm:presLayoutVars>
      </dgm:prSet>
      <dgm:spPr/>
    </dgm:pt>
    <dgm:pt modelId="{2BB2B700-D970-44CD-AC78-2B727EAB7AB3}" type="pres">
      <dgm:prSet presAssocID="{CE7187EF-E508-48B7-9DB6-5EF4A16CB65E}" presName="container" presStyleCnt="0">
        <dgm:presLayoutVars>
          <dgm:dir/>
          <dgm:resizeHandles val="exact"/>
        </dgm:presLayoutVars>
      </dgm:prSet>
      <dgm:spPr/>
    </dgm:pt>
    <dgm:pt modelId="{1AAD0731-200C-487D-B289-CEB0F71D1463}" type="pres">
      <dgm:prSet presAssocID="{D749843D-4101-4A84-AF7F-B14E9469F4AF}" presName="compNode" presStyleCnt="0"/>
      <dgm:spPr/>
    </dgm:pt>
    <dgm:pt modelId="{42CBBCD4-3CCC-4E19-B9DE-992F8F03A3E7}" type="pres">
      <dgm:prSet presAssocID="{D749843D-4101-4A84-AF7F-B14E9469F4AF}" presName="iconBgRect" presStyleLbl="bgShp" presStyleIdx="0" presStyleCnt="4"/>
      <dgm:spPr/>
    </dgm:pt>
    <dgm:pt modelId="{E8611DFC-1A5B-4EE0-B27C-7A2545A97FCF}" type="pres">
      <dgm:prSet presAssocID="{D749843D-4101-4A84-AF7F-B14E9469F4A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Folder"/>
        </a:ext>
      </dgm:extLst>
    </dgm:pt>
    <dgm:pt modelId="{017737C4-ED25-43F0-A766-548839399CE4}" type="pres">
      <dgm:prSet presAssocID="{D749843D-4101-4A84-AF7F-B14E9469F4AF}" presName="spaceRect" presStyleCnt="0"/>
      <dgm:spPr/>
    </dgm:pt>
    <dgm:pt modelId="{272948F3-813B-47CC-83D8-400A683627B9}" type="pres">
      <dgm:prSet presAssocID="{D749843D-4101-4A84-AF7F-B14E9469F4AF}" presName="textRect" presStyleLbl="revTx" presStyleIdx="0" presStyleCnt="4">
        <dgm:presLayoutVars>
          <dgm:chMax val="1"/>
          <dgm:chPref val="1"/>
        </dgm:presLayoutVars>
      </dgm:prSet>
      <dgm:spPr/>
    </dgm:pt>
    <dgm:pt modelId="{03AE6CC7-B97E-4BFF-A5B0-4079388AD3F0}" type="pres">
      <dgm:prSet presAssocID="{097A3AB5-01A1-4CEF-AF4A-85FC41D761BA}" presName="sibTrans" presStyleLbl="sibTrans2D1" presStyleIdx="0" presStyleCnt="0"/>
      <dgm:spPr/>
    </dgm:pt>
    <dgm:pt modelId="{D3DBEBA2-D945-4EC6-9E37-37B3C2935816}" type="pres">
      <dgm:prSet presAssocID="{E2BA4596-C4F1-4A52-9BE3-3C7239F42FC5}" presName="compNode" presStyleCnt="0"/>
      <dgm:spPr/>
    </dgm:pt>
    <dgm:pt modelId="{83A72ACD-8B19-4C3F-885A-6D60B6762816}" type="pres">
      <dgm:prSet presAssocID="{E2BA4596-C4F1-4A52-9BE3-3C7239F42FC5}" presName="iconBgRect" presStyleLbl="bgShp" presStyleIdx="1" presStyleCnt="4"/>
      <dgm:spPr/>
    </dgm:pt>
    <dgm:pt modelId="{36ACB9C9-9BF7-4E3F-83A9-92EDAC2EC9A8}" type="pres">
      <dgm:prSet presAssocID="{E2BA4596-C4F1-4A52-9BE3-3C7239F42FC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DF1E143D-3D21-4712-ABD3-AC5CCE4C7536}" type="pres">
      <dgm:prSet presAssocID="{E2BA4596-C4F1-4A52-9BE3-3C7239F42FC5}" presName="spaceRect" presStyleCnt="0"/>
      <dgm:spPr/>
    </dgm:pt>
    <dgm:pt modelId="{3AC07D57-3673-43EF-ABA8-ACF6973169D9}" type="pres">
      <dgm:prSet presAssocID="{E2BA4596-C4F1-4A52-9BE3-3C7239F42FC5}" presName="textRect" presStyleLbl="revTx" presStyleIdx="1" presStyleCnt="4">
        <dgm:presLayoutVars>
          <dgm:chMax val="1"/>
          <dgm:chPref val="1"/>
        </dgm:presLayoutVars>
      </dgm:prSet>
      <dgm:spPr/>
    </dgm:pt>
    <dgm:pt modelId="{FA977E96-49A8-42FD-9F7E-BDFCAD93E569}" type="pres">
      <dgm:prSet presAssocID="{452B4B2E-D933-4ECD-9EFE-928BDBE74727}" presName="sibTrans" presStyleLbl="sibTrans2D1" presStyleIdx="0" presStyleCnt="0"/>
      <dgm:spPr/>
    </dgm:pt>
    <dgm:pt modelId="{985F0BD1-A5AB-43F2-B8B3-A4A33BF7BDF3}" type="pres">
      <dgm:prSet presAssocID="{E66028E8-FF41-43A9-B5FF-A6C42ED04CF4}" presName="compNode" presStyleCnt="0"/>
      <dgm:spPr/>
    </dgm:pt>
    <dgm:pt modelId="{0B986BD5-4B08-41C1-84CB-9BC9B7354E6B}" type="pres">
      <dgm:prSet presAssocID="{E66028E8-FF41-43A9-B5FF-A6C42ED04CF4}" presName="iconBgRect" presStyleLbl="bgShp" presStyleIdx="2" presStyleCnt="4"/>
      <dgm:spPr/>
    </dgm:pt>
    <dgm:pt modelId="{6E1F5ECC-FCE0-4A65-93E4-B7814C07325C}" type="pres">
      <dgm:prSet presAssocID="{E66028E8-FF41-43A9-B5FF-A6C42ED04CF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érarchie"/>
        </a:ext>
      </dgm:extLst>
    </dgm:pt>
    <dgm:pt modelId="{2E879A81-BFA9-4EC6-A3BD-94560B1C7826}" type="pres">
      <dgm:prSet presAssocID="{E66028E8-FF41-43A9-B5FF-A6C42ED04CF4}" presName="spaceRect" presStyleCnt="0"/>
      <dgm:spPr/>
    </dgm:pt>
    <dgm:pt modelId="{1B459CED-A2D9-45A2-BDAB-4DE7BDC62C46}" type="pres">
      <dgm:prSet presAssocID="{E66028E8-FF41-43A9-B5FF-A6C42ED04CF4}" presName="textRect" presStyleLbl="revTx" presStyleIdx="2" presStyleCnt="4">
        <dgm:presLayoutVars>
          <dgm:chMax val="1"/>
          <dgm:chPref val="1"/>
        </dgm:presLayoutVars>
      </dgm:prSet>
      <dgm:spPr/>
    </dgm:pt>
    <dgm:pt modelId="{F2DEFD24-A636-4EDD-BCCA-FE6D638745CD}" type="pres">
      <dgm:prSet presAssocID="{D110908A-9387-4CFD-8F20-F4E973E5F46D}" presName="sibTrans" presStyleLbl="sibTrans2D1" presStyleIdx="0" presStyleCnt="0"/>
      <dgm:spPr/>
    </dgm:pt>
    <dgm:pt modelId="{98C384F6-3FDE-40B5-BADD-772787C3356E}" type="pres">
      <dgm:prSet presAssocID="{52442B98-EA7A-4FDB-8C66-F4E8857F6595}" presName="compNode" presStyleCnt="0"/>
      <dgm:spPr/>
    </dgm:pt>
    <dgm:pt modelId="{AA747138-CF8D-463A-9809-7DB37634FB6B}" type="pres">
      <dgm:prSet presAssocID="{52442B98-EA7A-4FDB-8C66-F4E8857F6595}" presName="iconBgRect" presStyleLbl="bgShp" presStyleIdx="3" presStyleCnt="4"/>
      <dgm:spPr/>
    </dgm:pt>
    <dgm:pt modelId="{5E84B6A3-8A9C-45AC-8658-DC1E4778EE0F}" type="pres">
      <dgm:prSet presAssocID="{52442B98-EA7A-4FDB-8C66-F4E8857F659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FAAC90B4-8AD6-4FCB-852F-D5386D64EB0A}" type="pres">
      <dgm:prSet presAssocID="{52442B98-EA7A-4FDB-8C66-F4E8857F6595}" presName="spaceRect" presStyleCnt="0"/>
      <dgm:spPr/>
    </dgm:pt>
    <dgm:pt modelId="{50AADAC3-4364-41BA-83C3-76C2040885B5}" type="pres">
      <dgm:prSet presAssocID="{52442B98-EA7A-4FDB-8C66-F4E8857F6595}" presName="textRect" presStyleLbl="revTx" presStyleIdx="3" presStyleCnt="4">
        <dgm:presLayoutVars>
          <dgm:chMax val="1"/>
          <dgm:chPref val="1"/>
        </dgm:presLayoutVars>
      </dgm:prSet>
      <dgm:spPr/>
    </dgm:pt>
  </dgm:ptLst>
  <dgm:cxnLst>
    <dgm:cxn modelId="{5BF1FE2B-089B-472B-ACF3-5B34B42E9A60}" type="presOf" srcId="{52442B98-EA7A-4FDB-8C66-F4E8857F6595}" destId="{50AADAC3-4364-41BA-83C3-76C2040885B5}" srcOrd="0" destOrd="0" presId="urn:microsoft.com/office/officeart/2018/2/layout/IconCircleList"/>
    <dgm:cxn modelId="{647ADA69-E373-43D9-BB47-D7765FD4B0A1}" type="presOf" srcId="{E66028E8-FF41-43A9-B5FF-A6C42ED04CF4}" destId="{1B459CED-A2D9-45A2-BDAB-4DE7BDC62C46}" srcOrd="0" destOrd="0" presId="urn:microsoft.com/office/officeart/2018/2/layout/IconCircleList"/>
    <dgm:cxn modelId="{851A5550-CACF-476C-840A-12E4A56C3B47}" type="presOf" srcId="{CE7187EF-E508-48B7-9DB6-5EF4A16CB65E}" destId="{32F1342B-8DD7-43B2-81B5-AD05770E7017}" srcOrd="0" destOrd="0" presId="urn:microsoft.com/office/officeart/2018/2/layout/IconCircleList"/>
    <dgm:cxn modelId="{1290A29B-D4AE-419F-B355-5B98AAB5499E}" type="presOf" srcId="{D110908A-9387-4CFD-8F20-F4E973E5F46D}" destId="{F2DEFD24-A636-4EDD-BCCA-FE6D638745CD}" srcOrd="0" destOrd="0" presId="urn:microsoft.com/office/officeart/2018/2/layout/IconCircleList"/>
    <dgm:cxn modelId="{92191DA8-5EB4-4460-ABDB-99A67E476A03}" srcId="{CE7187EF-E508-48B7-9DB6-5EF4A16CB65E}" destId="{D749843D-4101-4A84-AF7F-B14E9469F4AF}" srcOrd="0" destOrd="0" parTransId="{7F092868-6B05-48FE-8D9A-2C90CB5122B1}" sibTransId="{097A3AB5-01A1-4CEF-AF4A-85FC41D761BA}"/>
    <dgm:cxn modelId="{CB5A95BD-B205-47F0-A31A-9A42ADAFD4FA}" srcId="{CE7187EF-E508-48B7-9DB6-5EF4A16CB65E}" destId="{E66028E8-FF41-43A9-B5FF-A6C42ED04CF4}" srcOrd="2" destOrd="0" parTransId="{E073ED45-5FB5-40B1-87BE-A69380A7E4D1}" sibTransId="{D110908A-9387-4CFD-8F20-F4E973E5F46D}"/>
    <dgm:cxn modelId="{7F6BDBC1-796B-4BCA-BFDC-AF3F174914A7}" type="presOf" srcId="{097A3AB5-01A1-4CEF-AF4A-85FC41D761BA}" destId="{03AE6CC7-B97E-4BFF-A5B0-4079388AD3F0}" srcOrd="0" destOrd="0" presId="urn:microsoft.com/office/officeart/2018/2/layout/IconCircleList"/>
    <dgm:cxn modelId="{88EA8AD1-96FA-4522-926B-42C546224906}" type="presOf" srcId="{452B4B2E-D933-4ECD-9EFE-928BDBE74727}" destId="{FA977E96-49A8-42FD-9F7E-BDFCAD93E569}" srcOrd="0" destOrd="0" presId="urn:microsoft.com/office/officeart/2018/2/layout/IconCircleList"/>
    <dgm:cxn modelId="{ADCE1ED7-1A2A-43E0-B968-89971F50B32F}" srcId="{CE7187EF-E508-48B7-9DB6-5EF4A16CB65E}" destId="{52442B98-EA7A-4FDB-8C66-F4E8857F6595}" srcOrd="3" destOrd="0" parTransId="{2528F384-858A-49B9-812C-6A7556BC0F42}" sibTransId="{CE30E2DD-AB4E-41C4-BD7E-F88AE17BF04A}"/>
    <dgm:cxn modelId="{DB5602E0-40D7-407E-BEE2-26D83F2E04F3}" srcId="{CE7187EF-E508-48B7-9DB6-5EF4A16CB65E}" destId="{E2BA4596-C4F1-4A52-9BE3-3C7239F42FC5}" srcOrd="1" destOrd="0" parTransId="{DE3E50BD-A7E5-4642-AAB2-54FDA639F60B}" sibTransId="{452B4B2E-D933-4ECD-9EFE-928BDBE74727}"/>
    <dgm:cxn modelId="{4EF486E5-4F88-436E-BB87-29F416676710}" type="presOf" srcId="{D749843D-4101-4A84-AF7F-B14E9469F4AF}" destId="{272948F3-813B-47CC-83D8-400A683627B9}" srcOrd="0" destOrd="0" presId="urn:microsoft.com/office/officeart/2018/2/layout/IconCircleList"/>
    <dgm:cxn modelId="{0C098EEB-94D3-49DA-B73A-CE4BB43C76D5}" type="presOf" srcId="{E2BA4596-C4F1-4A52-9BE3-3C7239F42FC5}" destId="{3AC07D57-3673-43EF-ABA8-ACF6973169D9}" srcOrd="0" destOrd="0" presId="urn:microsoft.com/office/officeart/2018/2/layout/IconCircleList"/>
    <dgm:cxn modelId="{4C3956ED-B4A3-4F7C-9EEC-FB42A8E93BD9}" type="presParOf" srcId="{32F1342B-8DD7-43B2-81B5-AD05770E7017}" destId="{2BB2B700-D970-44CD-AC78-2B727EAB7AB3}" srcOrd="0" destOrd="0" presId="urn:microsoft.com/office/officeart/2018/2/layout/IconCircleList"/>
    <dgm:cxn modelId="{9882CA53-989F-4A57-BF35-5BCE8C587C04}" type="presParOf" srcId="{2BB2B700-D970-44CD-AC78-2B727EAB7AB3}" destId="{1AAD0731-200C-487D-B289-CEB0F71D1463}" srcOrd="0" destOrd="0" presId="urn:microsoft.com/office/officeart/2018/2/layout/IconCircleList"/>
    <dgm:cxn modelId="{E8F5774D-540B-4EDC-9DF6-EC4FD146E252}" type="presParOf" srcId="{1AAD0731-200C-487D-B289-CEB0F71D1463}" destId="{42CBBCD4-3CCC-4E19-B9DE-992F8F03A3E7}" srcOrd="0" destOrd="0" presId="urn:microsoft.com/office/officeart/2018/2/layout/IconCircleList"/>
    <dgm:cxn modelId="{192F4483-756E-40CB-B25A-7D02A83E412A}" type="presParOf" srcId="{1AAD0731-200C-487D-B289-CEB0F71D1463}" destId="{E8611DFC-1A5B-4EE0-B27C-7A2545A97FCF}" srcOrd="1" destOrd="0" presId="urn:microsoft.com/office/officeart/2018/2/layout/IconCircleList"/>
    <dgm:cxn modelId="{02CB9E8A-965F-4F3D-A78C-AF1634D3014C}" type="presParOf" srcId="{1AAD0731-200C-487D-B289-CEB0F71D1463}" destId="{017737C4-ED25-43F0-A766-548839399CE4}" srcOrd="2" destOrd="0" presId="urn:microsoft.com/office/officeart/2018/2/layout/IconCircleList"/>
    <dgm:cxn modelId="{0B545234-F6EB-4776-A17F-5DC7E32302BE}" type="presParOf" srcId="{1AAD0731-200C-487D-B289-CEB0F71D1463}" destId="{272948F3-813B-47CC-83D8-400A683627B9}" srcOrd="3" destOrd="0" presId="urn:microsoft.com/office/officeart/2018/2/layout/IconCircleList"/>
    <dgm:cxn modelId="{B617C878-F3A6-4854-B8E1-368BFC4AF746}" type="presParOf" srcId="{2BB2B700-D970-44CD-AC78-2B727EAB7AB3}" destId="{03AE6CC7-B97E-4BFF-A5B0-4079388AD3F0}" srcOrd="1" destOrd="0" presId="urn:microsoft.com/office/officeart/2018/2/layout/IconCircleList"/>
    <dgm:cxn modelId="{D067FE26-73FB-43C8-ACCF-4A7B6691CFB7}" type="presParOf" srcId="{2BB2B700-D970-44CD-AC78-2B727EAB7AB3}" destId="{D3DBEBA2-D945-4EC6-9E37-37B3C2935816}" srcOrd="2" destOrd="0" presId="urn:microsoft.com/office/officeart/2018/2/layout/IconCircleList"/>
    <dgm:cxn modelId="{37C68DEB-F670-49D6-B883-68383BFEA693}" type="presParOf" srcId="{D3DBEBA2-D945-4EC6-9E37-37B3C2935816}" destId="{83A72ACD-8B19-4C3F-885A-6D60B6762816}" srcOrd="0" destOrd="0" presId="urn:microsoft.com/office/officeart/2018/2/layout/IconCircleList"/>
    <dgm:cxn modelId="{B52DD790-54E2-43DA-A7A4-E6BC28F0F193}" type="presParOf" srcId="{D3DBEBA2-D945-4EC6-9E37-37B3C2935816}" destId="{36ACB9C9-9BF7-4E3F-83A9-92EDAC2EC9A8}" srcOrd="1" destOrd="0" presId="urn:microsoft.com/office/officeart/2018/2/layout/IconCircleList"/>
    <dgm:cxn modelId="{E02FA233-A921-40C4-852B-17D227458019}" type="presParOf" srcId="{D3DBEBA2-D945-4EC6-9E37-37B3C2935816}" destId="{DF1E143D-3D21-4712-ABD3-AC5CCE4C7536}" srcOrd="2" destOrd="0" presId="urn:microsoft.com/office/officeart/2018/2/layout/IconCircleList"/>
    <dgm:cxn modelId="{6A1F843D-269C-4851-B0FD-2480126C6D70}" type="presParOf" srcId="{D3DBEBA2-D945-4EC6-9E37-37B3C2935816}" destId="{3AC07D57-3673-43EF-ABA8-ACF6973169D9}" srcOrd="3" destOrd="0" presId="urn:microsoft.com/office/officeart/2018/2/layout/IconCircleList"/>
    <dgm:cxn modelId="{74B417C0-CAA6-47C3-B8DA-4AEBA4EB7E5A}" type="presParOf" srcId="{2BB2B700-D970-44CD-AC78-2B727EAB7AB3}" destId="{FA977E96-49A8-42FD-9F7E-BDFCAD93E569}" srcOrd="3" destOrd="0" presId="urn:microsoft.com/office/officeart/2018/2/layout/IconCircleList"/>
    <dgm:cxn modelId="{A4E8A2CC-03EC-4185-9330-AE7D003CFB84}" type="presParOf" srcId="{2BB2B700-D970-44CD-AC78-2B727EAB7AB3}" destId="{985F0BD1-A5AB-43F2-B8B3-A4A33BF7BDF3}" srcOrd="4" destOrd="0" presId="urn:microsoft.com/office/officeart/2018/2/layout/IconCircleList"/>
    <dgm:cxn modelId="{FFE8B94A-56A8-470E-B5C6-102D17D2BFFC}" type="presParOf" srcId="{985F0BD1-A5AB-43F2-B8B3-A4A33BF7BDF3}" destId="{0B986BD5-4B08-41C1-84CB-9BC9B7354E6B}" srcOrd="0" destOrd="0" presId="urn:microsoft.com/office/officeart/2018/2/layout/IconCircleList"/>
    <dgm:cxn modelId="{8E36F68A-48D1-455D-89C8-06B5E175F0F4}" type="presParOf" srcId="{985F0BD1-A5AB-43F2-B8B3-A4A33BF7BDF3}" destId="{6E1F5ECC-FCE0-4A65-93E4-B7814C07325C}" srcOrd="1" destOrd="0" presId="urn:microsoft.com/office/officeart/2018/2/layout/IconCircleList"/>
    <dgm:cxn modelId="{D7051655-7BC0-4B44-8ECF-939918D9CD28}" type="presParOf" srcId="{985F0BD1-A5AB-43F2-B8B3-A4A33BF7BDF3}" destId="{2E879A81-BFA9-4EC6-A3BD-94560B1C7826}" srcOrd="2" destOrd="0" presId="urn:microsoft.com/office/officeart/2018/2/layout/IconCircleList"/>
    <dgm:cxn modelId="{91C46DC4-4C09-4C37-B0EE-C4534A33CC98}" type="presParOf" srcId="{985F0BD1-A5AB-43F2-B8B3-A4A33BF7BDF3}" destId="{1B459CED-A2D9-45A2-BDAB-4DE7BDC62C46}" srcOrd="3" destOrd="0" presId="urn:microsoft.com/office/officeart/2018/2/layout/IconCircleList"/>
    <dgm:cxn modelId="{785C691B-AD70-4A85-B191-2EFAC5FA4D14}" type="presParOf" srcId="{2BB2B700-D970-44CD-AC78-2B727EAB7AB3}" destId="{F2DEFD24-A636-4EDD-BCCA-FE6D638745CD}" srcOrd="5" destOrd="0" presId="urn:microsoft.com/office/officeart/2018/2/layout/IconCircleList"/>
    <dgm:cxn modelId="{22D56BF3-C8EE-4EC5-9E5A-AF81E7844FA1}" type="presParOf" srcId="{2BB2B700-D970-44CD-AC78-2B727EAB7AB3}" destId="{98C384F6-3FDE-40B5-BADD-772787C3356E}" srcOrd="6" destOrd="0" presId="urn:microsoft.com/office/officeart/2018/2/layout/IconCircleList"/>
    <dgm:cxn modelId="{740A47DD-3592-4B55-8908-4B550FB1ADB4}" type="presParOf" srcId="{98C384F6-3FDE-40B5-BADD-772787C3356E}" destId="{AA747138-CF8D-463A-9809-7DB37634FB6B}" srcOrd="0" destOrd="0" presId="urn:microsoft.com/office/officeart/2018/2/layout/IconCircleList"/>
    <dgm:cxn modelId="{EAD0D7BE-E9AD-43D6-9F19-E684FEF7121C}" type="presParOf" srcId="{98C384F6-3FDE-40B5-BADD-772787C3356E}" destId="{5E84B6A3-8A9C-45AC-8658-DC1E4778EE0F}" srcOrd="1" destOrd="0" presId="urn:microsoft.com/office/officeart/2018/2/layout/IconCircleList"/>
    <dgm:cxn modelId="{680EED12-F9E8-487F-A4D5-24669662049B}" type="presParOf" srcId="{98C384F6-3FDE-40B5-BADD-772787C3356E}" destId="{FAAC90B4-8AD6-4FCB-852F-D5386D64EB0A}" srcOrd="2" destOrd="0" presId="urn:microsoft.com/office/officeart/2018/2/layout/IconCircleList"/>
    <dgm:cxn modelId="{4B3F415C-DB5E-4474-A6A9-CF513A8D4929}" type="presParOf" srcId="{98C384F6-3FDE-40B5-BADD-772787C3356E}" destId="{50AADAC3-4364-41BA-83C3-76C2040885B5}"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2281854-D904-4EBD-94A8-9179E7051B02}" type="doc">
      <dgm:prSet loTypeId="urn:microsoft.com/office/officeart/2018/5/layout/IconLeafLabelList" loCatId="icon" qsTypeId="urn:microsoft.com/office/officeart/2005/8/quickstyle/simple1" qsCatId="simple" csTypeId="urn:microsoft.com/office/officeart/2005/8/colors/accent1_2" csCatId="accent1" phldr="1"/>
      <dgm:spPr/>
      <dgm:t>
        <a:bodyPr/>
        <a:lstStyle/>
        <a:p>
          <a:endParaRPr lang="en-US"/>
        </a:p>
      </dgm:t>
    </dgm:pt>
    <dgm:pt modelId="{559F2BF2-8AA8-445B-855E-4F7E8AB16A53}">
      <dgm:prSet/>
      <dgm:spPr/>
      <dgm:t>
        <a:bodyPr/>
        <a:lstStyle/>
        <a:p>
          <a:pPr>
            <a:lnSpc>
              <a:spcPct val="100000"/>
            </a:lnSpc>
            <a:defRPr cap="all"/>
          </a:pPr>
          <a:r>
            <a:rPr lang="fr-FR" b="1" dirty="0"/>
            <a:t>Nettoyage de données</a:t>
          </a:r>
          <a:endParaRPr lang="en-US" b="1" dirty="0"/>
        </a:p>
      </dgm:t>
    </dgm:pt>
    <dgm:pt modelId="{984E90FC-BCC3-49DB-A6C5-1EAAEC936F33}" type="parTrans" cxnId="{B0B62515-EB12-4721-B00B-8FEF83C48A89}">
      <dgm:prSet/>
      <dgm:spPr/>
      <dgm:t>
        <a:bodyPr/>
        <a:lstStyle/>
        <a:p>
          <a:endParaRPr lang="en-US"/>
        </a:p>
      </dgm:t>
    </dgm:pt>
    <dgm:pt modelId="{A895B0C0-4686-4A60-A1A4-11E3FCEDEC3C}" type="sibTrans" cxnId="{B0B62515-EB12-4721-B00B-8FEF83C48A89}">
      <dgm:prSet/>
      <dgm:spPr/>
      <dgm:t>
        <a:bodyPr/>
        <a:lstStyle/>
        <a:p>
          <a:endParaRPr lang="en-US"/>
        </a:p>
      </dgm:t>
    </dgm:pt>
    <dgm:pt modelId="{7B2BC6F9-6A35-4290-A214-2747B0A81F13}">
      <dgm:prSet/>
      <dgm:spPr/>
      <dgm:t>
        <a:bodyPr/>
        <a:lstStyle/>
        <a:p>
          <a:pPr>
            <a:lnSpc>
              <a:spcPct val="100000"/>
            </a:lnSpc>
            <a:defRPr cap="all"/>
          </a:pPr>
          <a:r>
            <a:rPr lang="fr-FR" b="1" dirty="0"/>
            <a:t>Analyse descriptive</a:t>
          </a:r>
          <a:endParaRPr lang="en-US" b="1" dirty="0"/>
        </a:p>
      </dgm:t>
    </dgm:pt>
    <dgm:pt modelId="{80EA8DCF-0B06-4F00-A116-C1E822849EB9}" type="parTrans" cxnId="{0A82D8E1-D098-4B0D-B7F1-463E92F2EE93}">
      <dgm:prSet/>
      <dgm:spPr/>
      <dgm:t>
        <a:bodyPr/>
        <a:lstStyle/>
        <a:p>
          <a:endParaRPr lang="en-US"/>
        </a:p>
      </dgm:t>
    </dgm:pt>
    <dgm:pt modelId="{9B6BC1A1-F835-4E4F-9710-3B12B464D8C5}" type="sibTrans" cxnId="{0A82D8E1-D098-4B0D-B7F1-463E92F2EE93}">
      <dgm:prSet/>
      <dgm:spPr/>
      <dgm:t>
        <a:bodyPr/>
        <a:lstStyle/>
        <a:p>
          <a:endParaRPr lang="en-US"/>
        </a:p>
      </dgm:t>
    </dgm:pt>
    <dgm:pt modelId="{A1B3590F-9017-49E6-A64D-B8FB8F0FE7EF}">
      <dgm:prSet/>
      <dgm:spPr/>
      <dgm:t>
        <a:bodyPr/>
        <a:lstStyle/>
        <a:p>
          <a:pPr>
            <a:lnSpc>
              <a:spcPct val="100000"/>
            </a:lnSpc>
            <a:defRPr cap="all"/>
          </a:pPr>
          <a:r>
            <a:rPr lang="fr-FR" b="1" dirty="0"/>
            <a:t>Visualisation</a:t>
          </a:r>
          <a:endParaRPr lang="en-US" b="1" dirty="0"/>
        </a:p>
      </dgm:t>
    </dgm:pt>
    <dgm:pt modelId="{5E68D573-3B16-4F9F-8654-3BDB879D4D0A}" type="parTrans" cxnId="{AFFBE4FC-F2FB-4B54-A46D-667CC90D719F}">
      <dgm:prSet/>
      <dgm:spPr/>
      <dgm:t>
        <a:bodyPr/>
        <a:lstStyle/>
        <a:p>
          <a:endParaRPr lang="en-US"/>
        </a:p>
      </dgm:t>
    </dgm:pt>
    <dgm:pt modelId="{B49200E5-1AB4-4DBE-B963-10398FCCB007}" type="sibTrans" cxnId="{AFFBE4FC-F2FB-4B54-A46D-667CC90D719F}">
      <dgm:prSet/>
      <dgm:spPr/>
      <dgm:t>
        <a:bodyPr/>
        <a:lstStyle/>
        <a:p>
          <a:endParaRPr lang="en-US"/>
        </a:p>
      </dgm:t>
    </dgm:pt>
    <dgm:pt modelId="{EFD27400-7AD3-4E2F-A990-D8D5EB592E0F}">
      <dgm:prSet/>
      <dgm:spPr/>
      <dgm:t>
        <a:bodyPr/>
        <a:lstStyle/>
        <a:p>
          <a:pPr>
            <a:lnSpc>
              <a:spcPct val="100000"/>
            </a:lnSpc>
            <a:defRPr cap="all"/>
          </a:pPr>
          <a:r>
            <a:rPr lang="fr-FR" b="1" dirty="0"/>
            <a:t>Conception de tableau de bord</a:t>
          </a:r>
          <a:endParaRPr lang="en-US" b="1" dirty="0"/>
        </a:p>
      </dgm:t>
    </dgm:pt>
    <dgm:pt modelId="{E1273C5D-F028-414C-BC4F-2993266A8C94}" type="parTrans" cxnId="{76A57D93-7D02-4F58-99E4-D3D3FE300CE1}">
      <dgm:prSet/>
      <dgm:spPr/>
      <dgm:t>
        <a:bodyPr/>
        <a:lstStyle/>
        <a:p>
          <a:endParaRPr lang="en-US"/>
        </a:p>
      </dgm:t>
    </dgm:pt>
    <dgm:pt modelId="{7F9AAD80-45AE-4E79-94AC-82089A29191E}" type="sibTrans" cxnId="{76A57D93-7D02-4F58-99E4-D3D3FE300CE1}">
      <dgm:prSet/>
      <dgm:spPr/>
      <dgm:t>
        <a:bodyPr/>
        <a:lstStyle/>
        <a:p>
          <a:endParaRPr lang="en-US"/>
        </a:p>
      </dgm:t>
    </dgm:pt>
    <dgm:pt modelId="{66D15481-90A0-4410-953B-B99B3CB7B590}" type="pres">
      <dgm:prSet presAssocID="{22281854-D904-4EBD-94A8-9179E7051B02}" presName="root" presStyleCnt="0">
        <dgm:presLayoutVars>
          <dgm:dir/>
          <dgm:resizeHandles val="exact"/>
        </dgm:presLayoutVars>
      </dgm:prSet>
      <dgm:spPr/>
    </dgm:pt>
    <dgm:pt modelId="{5B1F7B85-793F-4597-8AB4-8FFA1543184E}" type="pres">
      <dgm:prSet presAssocID="{559F2BF2-8AA8-445B-855E-4F7E8AB16A53}" presName="compNode" presStyleCnt="0"/>
      <dgm:spPr/>
    </dgm:pt>
    <dgm:pt modelId="{F4350899-D6E9-4659-9E75-E3E2C590798E}" type="pres">
      <dgm:prSet presAssocID="{559F2BF2-8AA8-445B-855E-4F7E8AB16A53}" presName="iconBgRect" presStyleLbl="bgShp" presStyleIdx="0" presStyleCnt="4"/>
      <dgm:spPr>
        <a:prstGeom prst="round2DiagRect">
          <a:avLst>
            <a:gd name="adj1" fmla="val 29727"/>
            <a:gd name="adj2" fmla="val 0"/>
          </a:avLst>
        </a:prstGeom>
      </dgm:spPr>
    </dgm:pt>
    <dgm:pt modelId="{878A780C-3F2F-417B-AAD2-6001750E11E0}" type="pres">
      <dgm:prSet presAssocID="{559F2BF2-8AA8-445B-855E-4F7E8AB16A5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p and bucket"/>
        </a:ext>
      </dgm:extLst>
    </dgm:pt>
    <dgm:pt modelId="{09027882-3EA6-4500-B363-BC3E38BAC07B}" type="pres">
      <dgm:prSet presAssocID="{559F2BF2-8AA8-445B-855E-4F7E8AB16A53}" presName="spaceRect" presStyleCnt="0"/>
      <dgm:spPr/>
    </dgm:pt>
    <dgm:pt modelId="{2843F840-5F51-4041-AE00-424A238CC1F7}" type="pres">
      <dgm:prSet presAssocID="{559F2BF2-8AA8-445B-855E-4F7E8AB16A53}" presName="textRect" presStyleLbl="revTx" presStyleIdx="0" presStyleCnt="4">
        <dgm:presLayoutVars>
          <dgm:chMax val="1"/>
          <dgm:chPref val="1"/>
        </dgm:presLayoutVars>
      </dgm:prSet>
      <dgm:spPr/>
    </dgm:pt>
    <dgm:pt modelId="{CA5FE009-D91A-40AD-8F82-B54948D74462}" type="pres">
      <dgm:prSet presAssocID="{A895B0C0-4686-4A60-A1A4-11E3FCEDEC3C}" presName="sibTrans" presStyleCnt="0"/>
      <dgm:spPr/>
    </dgm:pt>
    <dgm:pt modelId="{DA5B1628-11AC-46EF-AD3E-8C1670C0105B}" type="pres">
      <dgm:prSet presAssocID="{7B2BC6F9-6A35-4290-A214-2747B0A81F13}" presName="compNode" presStyleCnt="0"/>
      <dgm:spPr/>
    </dgm:pt>
    <dgm:pt modelId="{0431EDB2-50B9-4184-9497-A42250C236EF}" type="pres">
      <dgm:prSet presAssocID="{7B2BC6F9-6A35-4290-A214-2747B0A81F13}" presName="iconBgRect" presStyleLbl="bgShp" presStyleIdx="1" presStyleCnt="4"/>
      <dgm:spPr>
        <a:prstGeom prst="round2DiagRect">
          <a:avLst>
            <a:gd name="adj1" fmla="val 29727"/>
            <a:gd name="adj2" fmla="val 0"/>
          </a:avLst>
        </a:prstGeom>
      </dgm:spPr>
    </dgm:pt>
    <dgm:pt modelId="{E5F62F7C-8814-413E-9A00-5934637A8F67}" type="pres">
      <dgm:prSet presAssocID="{7B2BC6F9-6A35-4290-A214-2747B0A81F1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1FAC1CAE-6D28-4A2F-A8E9-CC4BEFBB563D}" type="pres">
      <dgm:prSet presAssocID="{7B2BC6F9-6A35-4290-A214-2747B0A81F13}" presName="spaceRect" presStyleCnt="0"/>
      <dgm:spPr/>
    </dgm:pt>
    <dgm:pt modelId="{95318E32-89CF-4E58-8D6B-5EDEC5C38696}" type="pres">
      <dgm:prSet presAssocID="{7B2BC6F9-6A35-4290-A214-2747B0A81F13}" presName="textRect" presStyleLbl="revTx" presStyleIdx="1" presStyleCnt="4">
        <dgm:presLayoutVars>
          <dgm:chMax val="1"/>
          <dgm:chPref val="1"/>
        </dgm:presLayoutVars>
      </dgm:prSet>
      <dgm:spPr/>
    </dgm:pt>
    <dgm:pt modelId="{8FE11710-3CED-4F4F-9A4E-659F8735E773}" type="pres">
      <dgm:prSet presAssocID="{9B6BC1A1-F835-4E4F-9710-3B12B464D8C5}" presName="sibTrans" presStyleCnt="0"/>
      <dgm:spPr/>
    </dgm:pt>
    <dgm:pt modelId="{8698222F-7217-4B3B-AC9E-E769BD2BF0B3}" type="pres">
      <dgm:prSet presAssocID="{A1B3590F-9017-49E6-A64D-B8FB8F0FE7EF}" presName="compNode" presStyleCnt="0"/>
      <dgm:spPr/>
    </dgm:pt>
    <dgm:pt modelId="{72955C64-3695-40E0-A574-5274686C9A97}" type="pres">
      <dgm:prSet presAssocID="{A1B3590F-9017-49E6-A64D-B8FB8F0FE7EF}" presName="iconBgRect" presStyleLbl="bgShp" presStyleIdx="2" presStyleCnt="4"/>
      <dgm:spPr>
        <a:prstGeom prst="round2DiagRect">
          <a:avLst>
            <a:gd name="adj1" fmla="val 29727"/>
            <a:gd name="adj2" fmla="val 0"/>
          </a:avLst>
        </a:prstGeom>
      </dgm:spPr>
    </dgm:pt>
    <dgm:pt modelId="{93ADDBE3-83C8-4431-8ED2-E24123BBEF2C}" type="pres">
      <dgm:prSet presAssocID="{A1B3590F-9017-49E6-A64D-B8FB8F0FE7E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Œil"/>
        </a:ext>
      </dgm:extLst>
    </dgm:pt>
    <dgm:pt modelId="{8B0D6B75-0FAB-4557-BE74-CB2A49B35FD1}" type="pres">
      <dgm:prSet presAssocID="{A1B3590F-9017-49E6-A64D-B8FB8F0FE7EF}" presName="spaceRect" presStyleCnt="0"/>
      <dgm:spPr/>
    </dgm:pt>
    <dgm:pt modelId="{8D8E8329-FEE9-4944-91DC-742CCC97C533}" type="pres">
      <dgm:prSet presAssocID="{A1B3590F-9017-49E6-A64D-B8FB8F0FE7EF}" presName="textRect" presStyleLbl="revTx" presStyleIdx="2" presStyleCnt="4">
        <dgm:presLayoutVars>
          <dgm:chMax val="1"/>
          <dgm:chPref val="1"/>
        </dgm:presLayoutVars>
      </dgm:prSet>
      <dgm:spPr/>
    </dgm:pt>
    <dgm:pt modelId="{EC6E7628-5C7F-42D5-AF14-3191039F06DC}" type="pres">
      <dgm:prSet presAssocID="{B49200E5-1AB4-4DBE-B963-10398FCCB007}" presName="sibTrans" presStyleCnt="0"/>
      <dgm:spPr/>
    </dgm:pt>
    <dgm:pt modelId="{85C3CA8F-23D6-4453-802F-019D0C5094D4}" type="pres">
      <dgm:prSet presAssocID="{EFD27400-7AD3-4E2F-A990-D8D5EB592E0F}" presName="compNode" presStyleCnt="0"/>
      <dgm:spPr/>
    </dgm:pt>
    <dgm:pt modelId="{34E99DCC-485A-4F02-9671-00D4997160F9}" type="pres">
      <dgm:prSet presAssocID="{EFD27400-7AD3-4E2F-A990-D8D5EB592E0F}" presName="iconBgRect" presStyleLbl="bgShp" presStyleIdx="3" presStyleCnt="4"/>
      <dgm:spPr>
        <a:prstGeom prst="round2DiagRect">
          <a:avLst>
            <a:gd name="adj1" fmla="val 29727"/>
            <a:gd name="adj2" fmla="val 0"/>
          </a:avLst>
        </a:prstGeom>
      </dgm:spPr>
    </dgm:pt>
    <dgm:pt modelId="{24B6FA19-4F6E-4397-B923-B73D31D895CA}" type="pres">
      <dgm:prSet presAssocID="{EFD27400-7AD3-4E2F-A990-D8D5EB592E0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oche"/>
        </a:ext>
      </dgm:extLst>
    </dgm:pt>
    <dgm:pt modelId="{B368E2BE-D5D2-4C32-B5EC-1B59E446E252}" type="pres">
      <dgm:prSet presAssocID="{EFD27400-7AD3-4E2F-A990-D8D5EB592E0F}" presName="spaceRect" presStyleCnt="0"/>
      <dgm:spPr/>
    </dgm:pt>
    <dgm:pt modelId="{7CCB4CB4-7376-4759-B35F-38988B05B95F}" type="pres">
      <dgm:prSet presAssocID="{EFD27400-7AD3-4E2F-A990-D8D5EB592E0F}" presName="textRect" presStyleLbl="revTx" presStyleIdx="3" presStyleCnt="4">
        <dgm:presLayoutVars>
          <dgm:chMax val="1"/>
          <dgm:chPref val="1"/>
        </dgm:presLayoutVars>
      </dgm:prSet>
      <dgm:spPr/>
    </dgm:pt>
  </dgm:ptLst>
  <dgm:cxnLst>
    <dgm:cxn modelId="{B0B62515-EB12-4721-B00B-8FEF83C48A89}" srcId="{22281854-D904-4EBD-94A8-9179E7051B02}" destId="{559F2BF2-8AA8-445B-855E-4F7E8AB16A53}" srcOrd="0" destOrd="0" parTransId="{984E90FC-BCC3-49DB-A6C5-1EAAEC936F33}" sibTransId="{A895B0C0-4686-4A60-A1A4-11E3FCEDEC3C}"/>
    <dgm:cxn modelId="{13B04344-BD1A-4F07-9C17-3B32E6D8351F}" type="presOf" srcId="{559F2BF2-8AA8-445B-855E-4F7E8AB16A53}" destId="{2843F840-5F51-4041-AE00-424A238CC1F7}" srcOrd="0" destOrd="0" presId="urn:microsoft.com/office/officeart/2018/5/layout/IconLeafLabelList"/>
    <dgm:cxn modelId="{76F1B84F-0BFB-4D57-98C6-D890619D7CFF}" type="presOf" srcId="{7B2BC6F9-6A35-4290-A214-2747B0A81F13}" destId="{95318E32-89CF-4E58-8D6B-5EDEC5C38696}" srcOrd="0" destOrd="0" presId="urn:microsoft.com/office/officeart/2018/5/layout/IconLeafLabelList"/>
    <dgm:cxn modelId="{76A57D93-7D02-4F58-99E4-D3D3FE300CE1}" srcId="{22281854-D904-4EBD-94A8-9179E7051B02}" destId="{EFD27400-7AD3-4E2F-A990-D8D5EB592E0F}" srcOrd="3" destOrd="0" parTransId="{E1273C5D-F028-414C-BC4F-2993266A8C94}" sibTransId="{7F9AAD80-45AE-4E79-94AC-82089A29191E}"/>
    <dgm:cxn modelId="{15953C99-39FC-495C-8A38-40742A4FA7E4}" type="presOf" srcId="{22281854-D904-4EBD-94A8-9179E7051B02}" destId="{66D15481-90A0-4410-953B-B99B3CB7B590}" srcOrd="0" destOrd="0" presId="urn:microsoft.com/office/officeart/2018/5/layout/IconLeafLabelList"/>
    <dgm:cxn modelId="{6CA31AB6-FA31-491C-875A-422CF5C0DBFC}" type="presOf" srcId="{A1B3590F-9017-49E6-A64D-B8FB8F0FE7EF}" destId="{8D8E8329-FEE9-4944-91DC-742CCC97C533}" srcOrd="0" destOrd="0" presId="urn:microsoft.com/office/officeart/2018/5/layout/IconLeafLabelList"/>
    <dgm:cxn modelId="{A84820BA-8A2B-44D4-9CDC-8F26AD2504BF}" type="presOf" srcId="{EFD27400-7AD3-4E2F-A990-D8D5EB592E0F}" destId="{7CCB4CB4-7376-4759-B35F-38988B05B95F}" srcOrd="0" destOrd="0" presId="urn:microsoft.com/office/officeart/2018/5/layout/IconLeafLabelList"/>
    <dgm:cxn modelId="{0A82D8E1-D098-4B0D-B7F1-463E92F2EE93}" srcId="{22281854-D904-4EBD-94A8-9179E7051B02}" destId="{7B2BC6F9-6A35-4290-A214-2747B0A81F13}" srcOrd="1" destOrd="0" parTransId="{80EA8DCF-0B06-4F00-A116-C1E822849EB9}" sibTransId="{9B6BC1A1-F835-4E4F-9710-3B12B464D8C5}"/>
    <dgm:cxn modelId="{AFFBE4FC-F2FB-4B54-A46D-667CC90D719F}" srcId="{22281854-D904-4EBD-94A8-9179E7051B02}" destId="{A1B3590F-9017-49E6-A64D-B8FB8F0FE7EF}" srcOrd="2" destOrd="0" parTransId="{5E68D573-3B16-4F9F-8654-3BDB879D4D0A}" sibTransId="{B49200E5-1AB4-4DBE-B963-10398FCCB007}"/>
    <dgm:cxn modelId="{9DD7F914-CF01-4911-8420-A9D6BB705913}" type="presParOf" srcId="{66D15481-90A0-4410-953B-B99B3CB7B590}" destId="{5B1F7B85-793F-4597-8AB4-8FFA1543184E}" srcOrd="0" destOrd="0" presId="urn:microsoft.com/office/officeart/2018/5/layout/IconLeafLabelList"/>
    <dgm:cxn modelId="{FE5BED45-E1C9-43A4-8707-62824CACC7B5}" type="presParOf" srcId="{5B1F7B85-793F-4597-8AB4-8FFA1543184E}" destId="{F4350899-D6E9-4659-9E75-E3E2C590798E}" srcOrd="0" destOrd="0" presId="urn:microsoft.com/office/officeart/2018/5/layout/IconLeafLabelList"/>
    <dgm:cxn modelId="{25310D47-5080-429E-9200-92CDFCB5BA5C}" type="presParOf" srcId="{5B1F7B85-793F-4597-8AB4-8FFA1543184E}" destId="{878A780C-3F2F-417B-AAD2-6001750E11E0}" srcOrd="1" destOrd="0" presId="urn:microsoft.com/office/officeart/2018/5/layout/IconLeafLabelList"/>
    <dgm:cxn modelId="{39EE9767-2428-4FAA-9F9B-7A0AD89922BD}" type="presParOf" srcId="{5B1F7B85-793F-4597-8AB4-8FFA1543184E}" destId="{09027882-3EA6-4500-B363-BC3E38BAC07B}" srcOrd="2" destOrd="0" presId="urn:microsoft.com/office/officeart/2018/5/layout/IconLeafLabelList"/>
    <dgm:cxn modelId="{09973FF6-3E31-481F-A333-D7CD9955EF3C}" type="presParOf" srcId="{5B1F7B85-793F-4597-8AB4-8FFA1543184E}" destId="{2843F840-5F51-4041-AE00-424A238CC1F7}" srcOrd="3" destOrd="0" presId="urn:microsoft.com/office/officeart/2018/5/layout/IconLeafLabelList"/>
    <dgm:cxn modelId="{50021F08-0C09-4B15-A73D-226E1D545E17}" type="presParOf" srcId="{66D15481-90A0-4410-953B-B99B3CB7B590}" destId="{CA5FE009-D91A-40AD-8F82-B54948D74462}" srcOrd="1" destOrd="0" presId="urn:microsoft.com/office/officeart/2018/5/layout/IconLeafLabelList"/>
    <dgm:cxn modelId="{888B8C1B-387A-40D9-AFED-E742603F3D1A}" type="presParOf" srcId="{66D15481-90A0-4410-953B-B99B3CB7B590}" destId="{DA5B1628-11AC-46EF-AD3E-8C1670C0105B}" srcOrd="2" destOrd="0" presId="urn:microsoft.com/office/officeart/2018/5/layout/IconLeafLabelList"/>
    <dgm:cxn modelId="{78538882-9821-42A9-8B24-4C1ECEF6E30E}" type="presParOf" srcId="{DA5B1628-11AC-46EF-AD3E-8C1670C0105B}" destId="{0431EDB2-50B9-4184-9497-A42250C236EF}" srcOrd="0" destOrd="0" presId="urn:microsoft.com/office/officeart/2018/5/layout/IconLeafLabelList"/>
    <dgm:cxn modelId="{FC71AA55-D9B7-4234-858C-88E48E23E67A}" type="presParOf" srcId="{DA5B1628-11AC-46EF-AD3E-8C1670C0105B}" destId="{E5F62F7C-8814-413E-9A00-5934637A8F67}" srcOrd="1" destOrd="0" presId="urn:microsoft.com/office/officeart/2018/5/layout/IconLeafLabelList"/>
    <dgm:cxn modelId="{D5457714-91D4-4E38-BB4C-DC5BD1146809}" type="presParOf" srcId="{DA5B1628-11AC-46EF-AD3E-8C1670C0105B}" destId="{1FAC1CAE-6D28-4A2F-A8E9-CC4BEFBB563D}" srcOrd="2" destOrd="0" presId="urn:microsoft.com/office/officeart/2018/5/layout/IconLeafLabelList"/>
    <dgm:cxn modelId="{76F2BC94-59E4-473B-83E9-C427A0946C8B}" type="presParOf" srcId="{DA5B1628-11AC-46EF-AD3E-8C1670C0105B}" destId="{95318E32-89CF-4E58-8D6B-5EDEC5C38696}" srcOrd="3" destOrd="0" presId="urn:microsoft.com/office/officeart/2018/5/layout/IconLeafLabelList"/>
    <dgm:cxn modelId="{DB009FB0-13A3-47EE-88C7-CC2F54481287}" type="presParOf" srcId="{66D15481-90A0-4410-953B-B99B3CB7B590}" destId="{8FE11710-3CED-4F4F-9A4E-659F8735E773}" srcOrd="3" destOrd="0" presId="urn:microsoft.com/office/officeart/2018/5/layout/IconLeafLabelList"/>
    <dgm:cxn modelId="{0214B900-D423-4EA8-AFA2-02DF3D9464BA}" type="presParOf" srcId="{66D15481-90A0-4410-953B-B99B3CB7B590}" destId="{8698222F-7217-4B3B-AC9E-E769BD2BF0B3}" srcOrd="4" destOrd="0" presId="urn:microsoft.com/office/officeart/2018/5/layout/IconLeafLabelList"/>
    <dgm:cxn modelId="{F6E95627-3689-48BC-A5B8-AD291BC5A6AC}" type="presParOf" srcId="{8698222F-7217-4B3B-AC9E-E769BD2BF0B3}" destId="{72955C64-3695-40E0-A574-5274686C9A97}" srcOrd="0" destOrd="0" presId="urn:microsoft.com/office/officeart/2018/5/layout/IconLeafLabelList"/>
    <dgm:cxn modelId="{D892CEF4-92E8-4AE6-AB0B-E442E8E5DA0E}" type="presParOf" srcId="{8698222F-7217-4B3B-AC9E-E769BD2BF0B3}" destId="{93ADDBE3-83C8-4431-8ED2-E24123BBEF2C}" srcOrd="1" destOrd="0" presId="urn:microsoft.com/office/officeart/2018/5/layout/IconLeafLabelList"/>
    <dgm:cxn modelId="{29C4678E-A419-441A-A4DF-E297369A4E63}" type="presParOf" srcId="{8698222F-7217-4B3B-AC9E-E769BD2BF0B3}" destId="{8B0D6B75-0FAB-4557-BE74-CB2A49B35FD1}" srcOrd="2" destOrd="0" presId="urn:microsoft.com/office/officeart/2018/5/layout/IconLeafLabelList"/>
    <dgm:cxn modelId="{CD318C54-07D1-4E53-806C-F551830FBFCF}" type="presParOf" srcId="{8698222F-7217-4B3B-AC9E-E769BD2BF0B3}" destId="{8D8E8329-FEE9-4944-91DC-742CCC97C533}" srcOrd="3" destOrd="0" presId="urn:microsoft.com/office/officeart/2018/5/layout/IconLeafLabelList"/>
    <dgm:cxn modelId="{2174F059-9CB3-495F-9845-29EFB95C89E7}" type="presParOf" srcId="{66D15481-90A0-4410-953B-B99B3CB7B590}" destId="{EC6E7628-5C7F-42D5-AF14-3191039F06DC}" srcOrd="5" destOrd="0" presId="urn:microsoft.com/office/officeart/2018/5/layout/IconLeafLabelList"/>
    <dgm:cxn modelId="{DFA0CAE5-00A7-4A5B-845D-45FDCF329EA7}" type="presParOf" srcId="{66D15481-90A0-4410-953B-B99B3CB7B590}" destId="{85C3CA8F-23D6-4453-802F-019D0C5094D4}" srcOrd="6" destOrd="0" presId="urn:microsoft.com/office/officeart/2018/5/layout/IconLeafLabelList"/>
    <dgm:cxn modelId="{51F2C65C-EEAB-4D7C-BD4E-A1A485782EBC}" type="presParOf" srcId="{85C3CA8F-23D6-4453-802F-019D0C5094D4}" destId="{34E99DCC-485A-4F02-9671-00D4997160F9}" srcOrd="0" destOrd="0" presId="urn:microsoft.com/office/officeart/2018/5/layout/IconLeafLabelList"/>
    <dgm:cxn modelId="{D567F49D-619B-4EF1-9255-5B3A2488A923}" type="presParOf" srcId="{85C3CA8F-23D6-4453-802F-019D0C5094D4}" destId="{24B6FA19-4F6E-4397-B923-B73D31D895CA}" srcOrd="1" destOrd="0" presId="urn:microsoft.com/office/officeart/2018/5/layout/IconLeafLabelList"/>
    <dgm:cxn modelId="{97E05E52-5FF9-41F2-92B1-7FEA25E83496}" type="presParOf" srcId="{85C3CA8F-23D6-4453-802F-019D0C5094D4}" destId="{B368E2BE-D5D2-4C32-B5EC-1B59E446E252}" srcOrd="2" destOrd="0" presId="urn:microsoft.com/office/officeart/2018/5/layout/IconLeafLabelList"/>
    <dgm:cxn modelId="{51B1DE46-E515-4344-BEEF-A7484F6EF85D}" type="presParOf" srcId="{85C3CA8F-23D6-4453-802F-019D0C5094D4}" destId="{7CCB4CB4-7376-4759-B35F-38988B05B95F}"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6BA33E-3141-49F8-AE39-2E52446D024D}">
      <dsp:nvSpPr>
        <dsp:cNvPr id="0" name=""/>
        <dsp:cNvSpPr/>
      </dsp:nvSpPr>
      <dsp:spPr>
        <a:xfrm>
          <a:off x="0" y="369136"/>
          <a:ext cx="7082135"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B7D6E88-580F-4744-A9CC-C4D12A023C8B}">
      <dsp:nvSpPr>
        <dsp:cNvPr id="0" name=""/>
        <dsp:cNvSpPr/>
      </dsp:nvSpPr>
      <dsp:spPr>
        <a:xfrm>
          <a:off x="354106" y="132976"/>
          <a:ext cx="4957494"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7381" tIns="0" rIns="187381" bIns="0" numCol="1" spcCol="1270" anchor="ctr" anchorCtr="0">
          <a:noAutofit/>
        </a:bodyPr>
        <a:lstStyle/>
        <a:p>
          <a:pPr marL="0" lvl="0" indent="0" algn="l" defTabSz="800100">
            <a:lnSpc>
              <a:spcPct val="90000"/>
            </a:lnSpc>
            <a:spcBef>
              <a:spcPct val="0"/>
            </a:spcBef>
            <a:spcAft>
              <a:spcPct val="35000"/>
            </a:spcAft>
            <a:buNone/>
          </a:pPr>
          <a:r>
            <a:rPr lang="en-US" sz="1800" kern="1200" dirty="0"/>
            <a:t>INTRODUCTION</a:t>
          </a:r>
        </a:p>
      </dsp:txBody>
      <dsp:txXfrm>
        <a:off x="377163" y="156033"/>
        <a:ext cx="4911380" cy="426206"/>
      </dsp:txXfrm>
    </dsp:sp>
    <dsp:sp modelId="{2695FB34-9EA5-4BDF-9D27-DB0FEECC6D15}">
      <dsp:nvSpPr>
        <dsp:cNvPr id="0" name=""/>
        <dsp:cNvSpPr/>
      </dsp:nvSpPr>
      <dsp:spPr>
        <a:xfrm>
          <a:off x="0" y="1094896"/>
          <a:ext cx="7082135"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C5DECD-14E5-4DFB-B1C7-7F5861CDD590}">
      <dsp:nvSpPr>
        <dsp:cNvPr id="0" name=""/>
        <dsp:cNvSpPr/>
      </dsp:nvSpPr>
      <dsp:spPr>
        <a:xfrm>
          <a:off x="354106" y="858736"/>
          <a:ext cx="4957494"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7381" tIns="0" rIns="187381" bIns="0" numCol="1" spcCol="1270" anchor="ctr" anchorCtr="0">
          <a:noAutofit/>
        </a:bodyPr>
        <a:lstStyle/>
        <a:p>
          <a:pPr marL="0" lvl="0" indent="0" algn="l" defTabSz="800100">
            <a:lnSpc>
              <a:spcPct val="90000"/>
            </a:lnSpc>
            <a:spcBef>
              <a:spcPct val="0"/>
            </a:spcBef>
            <a:spcAft>
              <a:spcPct val="35000"/>
            </a:spcAft>
            <a:buNone/>
          </a:pPr>
          <a:r>
            <a:rPr lang="en-US" sz="1800" kern="1200" dirty="0"/>
            <a:t>OBJECTIFS DU PROJET</a:t>
          </a:r>
        </a:p>
      </dsp:txBody>
      <dsp:txXfrm>
        <a:off x="377163" y="881793"/>
        <a:ext cx="4911380" cy="426206"/>
      </dsp:txXfrm>
    </dsp:sp>
    <dsp:sp modelId="{979A7608-8801-46AF-A42A-CD044A00843F}">
      <dsp:nvSpPr>
        <dsp:cNvPr id="0" name=""/>
        <dsp:cNvSpPr/>
      </dsp:nvSpPr>
      <dsp:spPr>
        <a:xfrm>
          <a:off x="0" y="1820656"/>
          <a:ext cx="7082135"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70F56F1-0239-40B6-86EA-B2E767CE0D30}">
      <dsp:nvSpPr>
        <dsp:cNvPr id="0" name=""/>
        <dsp:cNvSpPr/>
      </dsp:nvSpPr>
      <dsp:spPr>
        <a:xfrm>
          <a:off x="354106" y="1584496"/>
          <a:ext cx="4957494"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7381" tIns="0" rIns="187381" bIns="0" numCol="1" spcCol="1270" anchor="ctr" anchorCtr="0">
          <a:noAutofit/>
        </a:bodyPr>
        <a:lstStyle/>
        <a:p>
          <a:pPr marL="0" lvl="0" indent="0" algn="l" defTabSz="800100">
            <a:lnSpc>
              <a:spcPct val="90000"/>
            </a:lnSpc>
            <a:spcBef>
              <a:spcPct val="0"/>
            </a:spcBef>
            <a:spcAft>
              <a:spcPct val="35000"/>
            </a:spcAft>
            <a:buNone/>
          </a:pPr>
          <a:r>
            <a:rPr lang="en-US" sz="1800" kern="1200" dirty="0"/>
            <a:t>APPROCHES ETL</a:t>
          </a:r>
        </a:p>
      </dsp:txBody>
      <dsp:txXfrm>
        <a:off x="377163" y="1607553"/>
        <a:ext cx="4911380" cy="426206"/>
      </dsp:txXfrm>
    </dsp:sp>
    <dsp:sp modelId="{E67A7646-C400-4929-BBC5-A053988A7EC5}">
      <dsp:nvSpPr>
        <dsp:cNvPr id="0" name=""/>
        <dsp:cNvSpPr/>
      </dsp:nvSpPr>
      <dsp:spPr>
        <a:xfrm>
          <a:off x="0" y="2546416"/>
          <a:ext cx="7082135"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E4AEF1A-149B-40AC-A77C-EB03DB23D4A0}">
      <dsp:nvSpPr>
        <dsp:cNvPr id="0" name=""/>
        <dsp:cNvSpPr/>
      </dsp:nvSpPr>
      <dsp:spPr>
        <a:xfrm>
          <a:off x="354106" y="2310256"/>
          <a:ext cx="4957494"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7381" tIns="0" rIns="187381" bIns="0" numCol="1" spcCol="1270" anchor="ctr" anchorCtr="0">
          <a:noAutofit/>
        </a:bodyPr>
        <a:lstStyle/>
        <a:p>
          <a:pPr marL="0" lvl="0" indent="0" algn="l" defTabSz="800100">
            <a:lnSpc>
              <a:spcPct val="90000"/>
            </a:lnSpc>
            <a:spcBef>
              <a:spcPct val="0"/>
            </a:spcBef>
            <a:spcAft>
              <a:spcPct val="35000"/>
            </a:spcAft>
            <a:buNone/>
          </a:pPr>
          <a:r>
            <a:rPr lang="en-US" sz="1800" kern="1200" dirty="0"/>
            <a:t>TABLEAU CROISE DYNAMIQUE</a:t>
          </a:r>
        </a:p>
      </dsp:txBody>
      <dsp:txXfrm>
        <a:off x="377163" y="2333313"/>
        <a:ext cx="4911380" cy="426206"/>
      </dsp:txXfrm>
    </dsp:sp>
    <dsp:sp modelId="{044C7B03-EE65-47CD-B873-AF3C83EFF751}">
      <dsp:nvSpPr>
        <dsp:cNvPr id="0" name=""/>
        <dsp:cNvSpPr/>
      </dsp:nvSpPr>
      <dsp:spPr>
        <a:xfrm>
          <a:off x="0" y="3272176"/>
          <a:ext cx="7082135"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63E85E0-5350-48F6-B39E-82AFFF1D5C2A}">
      <dsp:nvSpPr>
        <dsp:cNvPr id="0" name=""/>
        <dsp:cNvSpPr/>
      </dsp:nvSpPr>
      <dsp:spPr>
        <a:xfrm>
          <a:off x="354106" y="3036016"/>
          <a:ext cx="4957494"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7381" tIns="0" rIns="187381" bIns="0" numCol="1" spcCol="1270" anchor="ctr" anchorCtr="0">
          <a:noAutofit/>
        </a:bodyPr>
        <a:lstStyle/>
        <a:p>
          <a:pPr marL="0" lvl="0" indent="0" algn="l" defTabSz="800100">
            <a:lnSpc>
              <a:spcPct val="90000"/>
            </a:lnSpc>
            <a:spcBef>
              <a:spcPct val="0"/>
            </a:spcBef>
            <a:spcAft>
              <a:spcPct val="35000"/>
            </a:spcAft>
            <a:buNone/>
          </a:pPr>
          <a:r>
            <a:rPr lang="en-US" sz="1800" kern="1200" dirty="0"/>
            <a:t>TABLEAU DE BORD</a:t>
          </a:r>
        </a:p>
      </dsp:txBody>
      <dsp:txXfrm>
        <a:off x="377163" y="3059073"/>
        <a:ext cx="4911380" cy="426206"/>
      </dsp:txXfrm>
    </dsp:sp>
    <dsp:sp modelId="{E8189816-370A-4A2B-BBD8-032835512207}">
      <dsp:nvSpPr>
        <dsp:cNvPr id="0" name=""/>
        <dsp:cNvSpPr/>
      </dsp:nvSpPr>
      <dsp:spPr>
        <a:xfrm>
          <a:off x="0" y="3997936"/>
          <a:ext cx="7082135"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35C3BA7-21F6-4C49-A3E7-74E6DA7D5EEE}">
      <dsp:nvSpPr>
        <dsp:cNvPr id="0" name=""/>
        <dsp:cNvSpPr/>
      </dsp:nvSpPr>
      <dsp:spPr>
        <a:xfrm>
          <a:off x="354106" y="3761776"/>
          <a:ext cx="4957494"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7381" tIns="0" rIns="187381" bIns="0" numCol="1" spcCol="1270" anchor="ctr" anchorCtr="0">
          <a:noAutofit/>
        </a:bodyPr>
        <a:lstStyle/>
        <a:p>
          <a:pPr marL="0" lvl="0" indent="0" algn="l" defTabSz="800100">
            <a:lnSpc>
              <a:spcPct val="90000"/>
            </a:lnSpc>
            <a:spcBef>
              <a:spcPct val="0"/>
            </a:spcBef>
            <a:spcAft>
              <a:spcPct val="35000"/>
            </a:spcAft>
            <a:buNone/>
          </a:pPr>
          <a:r>
            <a:rPr lang="en-US" sz="1800" kern="1200" dirty="0"/>
            <a:t>CONCLUSION</a:t>
          </a:r>
        </a:p>
      </dsp:txBody>
      <dsp:txXfrm>
        <a:off x="377163" y="3784833"/>
        <a:ext cx="4911380" cy="426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90664F-CCB0-4404-A5DA-0BA6F7E7D994}">
      <dsp:nvSpPr>
        <dsp:cNvPr id="0" name=""/>
        <dsp:cNvSpPr/>
      </dsp:nvSpPr>
      <dsp:spPr>
        <a:xfrm>
          <a:off x="2249491" y="60152"/>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F97639-E101-4B5A-8C0B-6ED126418C26}">
      <dsp:nvSpPr>
        <dsp:cNvPr id="0" name=""/>
        <dsp:cNvSpPr/>
      </dsp:nvSpPr>
      <dsp:spPr>
        <a:xfrm>
          <a:off x="2717491" y="528152"/>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9F1362-0231-40FC-BC57-BABDD741836F}">
      <dsp:nvSpPr>
        <dsp:cNvPr id="0" name=""/>
        <dsp:cNvSpPr/>
      </dsp:nvSpPr>
      <dsp:spPr>
        <a:xfrm>
          <a:off x="1547491" y="2940152"/>
          <a:ext cx="3600000" cy="119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533400">
            <a:lnSpc>
              <a:spcPct val="90000"/>
            </a:lnSpc>
            <a:spcBef>
              <a:spcPct val="0"/>
            </a:spcBef>
            <a:spcAft>
              <a:spcPct val="35000"/>
            </a:spcAft>
            <a:buNone/>
            <a:defRPr cap="all"/>
          </a:pPr>
          <a:r>
            <a:rPr lang="fr-FR" sz="1200" b="1" kern="1200" dirty="0"/>
            <a:t>Le naufrage du Titanic survenu en avril 1912 est l’un des évènements majeurs de l’histoire marine et constitue aujourd’hui une source précieuse de données permettant de comprendre les profils des passagers, leurs conditions de voyage ainsi que les facteurs ayant influencé leurs chances de survie. </a:t>
          </a:r>
          <a:endParaRPr lang="en-US" sz="1200" b="1" kern="1200" dirty="0"/>
        </a:p>
      </dsp:txBody>
      <dsp:txXfrm>
        <a:off x="1547491" y="2940152"/>
        <a:ext cx="3600000" cy="1192500"/>
      </dsp:txXfrm>
    </dsp:sp>
    <dsp:sp modelId="{38792A67-E236-4920-B72C-125940BD97C6}">
      <dsp:nvSpPr>
        <dsp:cNvPr id="0" name=""/>
        <dsp:cNvSpPr/>
      </dsp:nvSpPr>
      <dsp:spPr>
        <a:xfrm>
          <a:off x="6479491" y="60152"/>
          <a:ext cx="2196000" cy="2196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E02EF7-1DA5-4ACA-AF42-2D6E4B4EA8B3}">
      <dsp:nvSpPr>
        <dsp:cNvPr id="0" name=""/>
        <dsp:cNvSpPr/>
      </dsp:nvSpPr>
      <dsp:spPr>
        <a:xfrm>
          <a:off x="6947491" y="528152"/>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6CA868-91D9-49FB-B3CB-6F6B94C7DC4E}">
      <dsp:nvSpPr>
        <dsp:cNvPr id="0" name=""/>
        <dsp:cNvSpPr/>
      </dsp:nvSpPr>
      <dsp:spPr>
        <a:xfrm>
          <a:off x="5777491" y="2940152"/>
          <a:ext cx="3600000" cy="119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533400">
            <a:lnSpc>
              <a:spcPct val="90000"/>
            </a:lnSpc>
            <a:spcBef>
              <a:spcPct val="0"/>
            </a:spcBef>
            <a:spcAft>
              <a:spcPct val="35000"/>
            </a:spcAft>
            <a:buNone/>
            <a:defRPr cap="all"/>
          </a:pPr>
          <a:r>
            <a:rPr lang="fr-FR" sz="1200" b="1" kern="1200" dirty="0"/>
            <a:t>L’analyse de ce </a:t>
          </a:r>
          <a:r>
            <a:rPr lang="fr-FR" sz="1200" b="1" kern="1200" dirty="0" err="1"/>
            <a:t>dataset</a:t>
          </a:r>
          <a:r>
            <a:rPr lang="fr-FR" sz="1200" b="1" kern="1200" dirty="0"/>
            <a:t> nous permettra donc exploiter les données du Titanic pour construire un tableau de bord dynamique facilitant l’exploration visuelle et interactive de ces informations</a:t>
          </a:r>
          <a:endParaRPr lang="en-US" sz="1200" b="1" kern="1200" dirty="0"/>
        </a:p>
      </dsp:txBody>
      <dsp:txXfrm>
        <a:off x="5777491" y="2940152"/>
        <a:ext cx="3600000" cy="11925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81A530-6673-4503-BA93-073B02D7F8BB}">
      <dsp:nvSpPr>
        <dsp:cNvPr id="0" name=""/>
        <dsp:cNvSpPr/>
      </dsp:nvSpPr>
      <dsp:spPr>
        <a:xfrm>
          <a:off x="0" y="1072127"/>
          <a:ext cx="2674620" cy="169838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4FE565-1276-4919-B2D9-22ABD1C5826D}">
      <dsp:nvSpPr>
        <dsp:cNvPr id="0" name=""/>
        <dsp:cNvSpPr/>
      </dsp:nvSpPr>
      <dsp:spPr>
        <a:xfrm>
          <a:off x="297179" y="1354448"/>
          <a:ext cx="2674620" cy="169838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b="1" kern="1200" dirty="0"/>
            <a:t>Identifier les caractéristiques clés des passagers</a:t>
          </a:r>
          <a:endParaRPr lang="en-US" sz="2500" kern="1200" dirty="0"/>
        </a:p>
      </dsp:txBody>
      <dsp:txXfrm>
        <a:off x="346923" y="1404192"/>
        <a:ext cx="2575132" cy="1598895"/>
      </dsp:txXfrm>
    </dsp:sp>
    <dsp:sp modelId="{48F49F36-5D9B-4D5A-A405-D6BEE50B47A8}">
      <dsp:nvSpPr>
        <dsp:cNvPr id="0" name=""/>
        <dsp:cNvSpPr/>
      </dsp:nvSpPr>
      <dsp:spPr>
        <a:xfrm>
          <a:off x="3268980" y="1072127"/>
          <a:ext cx="2674620" cy="169838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390468-D1C5-4EAA-9248-2049EC697FD1}">
      <dsp:nvSpPr>
        <dsp:cNvPr id="0" name=""/>
        <dsp:cNvSpPr/>
      </dsp:nvSpPr>
      <dsp:spPr>
        <a:xfrm>
          <a:off x="3566160" y="1354448"/>
          <a:ext cx="2674620" cy="169838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b="1" kern="1200" dirty="0"/>
            <a:t>Etudier leur impact sur la survie </a:t>
          </a:r>
          <a:endParaRPr lang="en-US" sz="2500" kern="1200" dirty="0"/>
        </a:p>
      </dsp:txBody>
      <dsp:txXfrm>
        <a:off x="3615904" y="1404192"/>
        <a:ext cx="2575132" cy="1598895"/>
      </dsp:txXfrm>
    </dsp:sp>
    <dsp:sp modelId="{CA11A20C-FA53-494E-B1A4-CCE05B56F919}">
      <dsp:nvSpPr>
        <dsp:cNvPr id="0" name=""/>
        <dsp:cNvSpPr/>
      </dsp:nvSpPr>
      <dsp:spPr>
        <a:xfrm>
          <a:off x="6537960" y="1072127"/>
          <a:ext cx="2674620" cy="169838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BFA625-3A00-4EF0-9E75-9DE539079B63}">
      <dsp:nvSpPr>
        <dsp:cNvPr id="0" name=""/>
        <dsp:cNvSpPr/>
      </dsp:nvSpPr>
      <dsp:spPr>
        <a:xfrm>
          <a:off x="6835140" y="1354448"/>
          <a:ext cx="2674620" cy="169838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b="1" kern="1200"/>
            <a:t>Créer un tableau de bord claire et interactif</a:t>
          </a:r>
          <a:endParaRPr lang="en-US" sz="2500" kern="1200"/>
        </a:p>
      </dsp:txBody>
      <dsp:txXfrm>
        <a:off x="6884884" y="1404192"/>
        <a:ext cx="2575132" cy="15988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CBBCD4-3CCC-4E19-B9DE-992F8F03A3E7}">
      <dsp:nvSpPr>
        <dsp:cNvPr id="0" name=""/>
        <dsp:cNvSpPr/>
      </dsp:nvSpPr>
      <dsp:spPr>
        <a:xfrm>
          <a:off x="281738" y="368278"/>
          <a:ext cx="1371736" cy="137173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611DFC-1A5B-4EE0-B27C-7A2545A97FCF}">
      <dsp:nvSpPr>
        <dsp:cNvPr id="0" name=""/>
        <dsp:cNvSpPr/>
      </dsp:nvSpPr>
      <dsp:spPr>
        <a:xfrm>
          <a:off x="569803" y="656342"/>
          <a:ext cx="795606" cy="7956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2948F3-813B-47CC-83D8-400A683627B9}">
      <dsp:nvSpPr>
        <dsp:cNvPr id="0" name=""/>
        <dsp:cNvSpPr/>
      </dsp:nvSpPr>
      <dsp:spPr>
        <a:xfrm>
          <a:off x="1947417" y="368278"/>
          <a:ext cx="3233377" cy="1371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fr-FR" sz="2400" b="1" kern="1200"/>
            <a:t>Importation du fichier titanic.csv dans Excel</a:t>
          </a:r>
          <a:endParaRPr lang="en-US" sz="2400" kern="1200"/>
        </a:p>
      </dsp:txBody>
      <dsp:txXfrm>
        <a:off x="1947417" y="368278"/>
        <a:ext cx="3233377" cy="1371736"/>
      </dsp:txXfrm>
    </dsp:sp>
    <dsp:sp modelId="{83A72ACD-8B19-4C3F-885A-6D60B6762816}">
      <dsp:nvSpPr>
        <dsp:cNvPr id="0" name=""/>
        <dsp:cNvSpPr/>
      </dsp:nvSpPr>
      <dsp:spPr>
        <a:xfrm>
          <a:off x="5744187" y="368278"/>
          <a:ext cx="1371736" cy="137173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ACB9C9-9BF7-4E3F-83A9-92EDAC2EC9A8}">
      <dsp:nvSpPr>
        <dsp:cNvPr id="0" name=""/>
        <dsp:cNvSpPr/>
      </dsp:nvSpPr>
      <dsp:spPr>
        <a:xfrm>
          <a:off x="6032251" y="656342"/>
          <a:ext cx="795606" cy="7956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AC07D57-3673-43EF-ABA8-ACF6973169D9}">
      <dsp:nvSpPr>
        <dsp:cNvPr id="0" name=""/>
        <dsp:cNvSpPr/>
      </dsp:nvSpPr>
      <dsp:spPr>
        <a:xfrm>
          <a:off x="7409866" y="368278"/>
          <a:ext cx="3233377" cy="1371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fr-FR" sz="2400" b="1" kern="1200"/>
            <a:t>Vérification de la qualité des données</a:t>
          </a:r>
          <a:endParaRPr lang="en-US" sz="2400" kern="1200"/>
        </a:p>
      </dsp:txBody>
      <dsp:txXfrm>
        <a:off x="7409866" y="368278"/>
        <a:ext cx="3233377" cy="1371736"/>
      </dsp:txXfrm>
    </dsp:sp>
    <dsp:sp modelId="{0B986BD5-4B08-41C1-84CB-9BC9B7354E6B}">
      <dsp:nvSpPr>
        <dsp:cNvPr id="0" name=""/>
        <dsp:cNvSpPr/>
      </dsp:nvSpPr>
      <dsp:spPr>
        <a:xfrm>
          <a:off x="281738" y="2452790"/>
          <a:ext cx="1371736" cy="137173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1F5ECC-FCE0-4A65-93E4-B7814C07325C}">
      <dsp:nvSpPr>
        <dsp:cNvPr id="0" name=""/>
        <dsp:cNvSpPr/>
      </dsp:nvSpPr>
      <dsp:spPr>
        <a:xfrm>
          <a:off x="569803" y="2740855"/>
          <a:ext cx="795606" cy="7956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B459CED-A2D9-45A2-BDAB-4DE7BDC62C46}">
      <dsp:nvSpPr>
        <dsp:cNvPr id="0" name=""/>
        <dsp:cNvSpPr/>
      </dsp:nvSpPr>
      <dsp:spPr>
        <a:xfrm>
          <a:off x="1947417" y="2452790"/>
          <a:ext cx="3233377" cy="1371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fr-FR" sz="2400" b="1" kern="1200"/>
            <a:t>Normalisation des formats et organisation des colonnes</a:t>
          </a:r>
          <a:endParaRPr lang="en-US" sz="2400" kern="1200"/>
        </a:p>
      </dsp:txBody>
      <dsp:txXfrm>
        <a:off x="1947417" y="2452790"/>
        <a:ext cx="3233377" cy="1371736"/>
      </dsp:txXfrm>
    </dsp:sp>
    <dsp:sp modelId="{AA747138-CF8D-463A-9809-7DB37634FB6B}">
      <dsp:nvSpPr>
        <dsp:cNvPr id="0" name=""/>
        <dsp:cNvSpPr/>
      </dsp:nvSpPr>
      <dsp:spPr>
        <a:xfrm>
          <a:off x="5744187" y="2452790"/>
          <a:ext cx="1371736" cy="137173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84B6A3-8A9C-45AC-8658-DC1E4778EE0F}">
      <dsp:nvSpPr>
        <dsp:cNvPr id="0" name=""/>
        <dsp:cNvSpPr/>
      </dsp:nvSpPr>
      <dsp:spPr>
        <a:xfrm>
          <a:off x="6032251" y="2740855"/>
          <a:ext cx="795606" cy="79560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AADAC3-4364-41BA-83C3-76C2040885B5}">
      <dsp:nvSpPr>
        <dsp:cNvPr id="0" name=""/>
        <dsp:cNvSpPr/>
      </dsp:nvSpPr>
      <dsp:spPr>
        <a:xfrm>
          <a:off x="7409866" y="2452790"/>
          <a:ext cx="3233377" cy="1371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fr-FR" sz="2400" b="1" kern="1200"/>
            <a:t>Préparation des données pour les analyses et graphiques</a:t>
          </a:r>
          <a:endParaRPr lang="en-US" sz="2400" kern="1200"/>
        </a:p>
      </dsp:txBody>
      <dsp:txXfrm>
        <a:off x="7409866" y="2452790"/>
        <a:ext cx="3233377" cy="13717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350899-D6E9-4659-9E75-E3E2C590798E}">
      <dsp:nvSpPr>
        <dsp:cNvPr id="0" name=""/>
        <dsp:cNvSpPr/>
      </dsp:nvSpPr>
      <dsp:spPr>
        <a:xfrm>
          <a:off x="519685" y="33547"/>
          <a:ext cx="1441552" cy="1441552"/>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8A780C-3F2F-417B-AAD2-6001750E11E0}">
      <dsp:nvSpPr>
        <dsp:cNvPr id="0" name=""/>
        <dsp:cNvSpPr/>
      </dsp:nvSpPr>
      <dsp:spPr>
        <a:xfrm>
          <a:off x="826901" y="340763"/>
          <a:ext cx="827120" cy="8271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43F840-5F51-4041-AE00-424A238CC1F7}">
      <dsp:nvSpPr>
        <dsp:cNvPr id="0" name=""/>
        <dsp:cNvSpPr/>
      </dsp:nvSpPr>
      <dsp:spPr>
        <a:xfrm>
          <a:off x="58861" y="1924108"/>
          <a:ext cx="2363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fr-FR" sz="2300" b="1" kern="1200" dirty="0"/>
            <a:t>Nettoyage de données</a:t>
          </a:r>
          <a:endParaRPr lang="en-US" sz="2300" b="1" kern="1200" dirty="0"/>
        </a:p>
      </dsp:txBody>
      <dsp:txXfrm>
        <a:off x="58861" y="1924108"/>
        <a:ext cx="2363200" cy="720000"/>
      </dsp:txXfrm>
    </dsp:sp>
    <dsp:sp modelId="{0431EDB2-50B9-4184-9497-A42250C236EF}">
      <dsp:nvSpPr>
        <dsp:cNvPr id="0" name=""/>
        <dsp:cNvSpPr/>
      </dsp:nvSpPr>
      <dsp:spPr>
        <a:xfrm>
          <a:off x="3296445" y="33547"/>
          <a:ext cx="1441552" cy="1441552"/>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F62F7C-8814-413E-9A00-5934637A8F67}">
      <dsp:nvSpPr>
        <dsp:cNvPr id="0" name=""/>
        <dsp:cNvSpPr/>
      </dsp:nvSpPr>
      <dsp:spPr>
        <a:xfrm>
          <a:off x="3603661" y="340763"/>
          <a:ext cx="827120" cy="8271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318E32-89CF-4E58-8D6B-5EDEC5C38696}">
      <dsp:nvSpPr>
        <dsp:cNvPr id="0" name=""/>
        <dsp:cNvSpPr/>
      </dsp:nvSpPr>
      <dsp:spPr>
        <a:xfrm>
          <a:off x="2835621" y="1924108"/>
          <a:ext cx="2363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fr-FR" sz="2300" b="1" kern="1200" dirty="0"/>
            <a:t>Analyse descriptive</a:t>
          </a:r>
          <a:endParaRPr lang="en-US" sz="2300" b="1" kern="1200" dirty="0"/>
        </a:p>
      </dsp:txBody>
      <dsp:txXfrm>
        <a:off x="2835621" y="1924108"/>
        <a:ext cx="2363200" cy="720000"/>
      </dsp:txXfrm>
    </dsp:sp>
    <dsp:sp modelId="{72955C64-3695-40E0-A574-5274686C9A97}">
      <dsp:nvSpPr>
        <dsp:cNvPr id="0" name=""/>
        <dsp:cNvSpPr/>
      </dsp:nvSpPr>
      <dsp:spPr>
        <a:xfrm>
          <a:off x="6073206" y="33547"/>
          <a:ext cx="1441552" cy="1441552"/>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ADDBE3-83C8-4431-8ED2-E24123BBEF2C}">
      <dsp:nvSpPr>
        <dsp:cNvPr id="0" name=""/>
        <dsp:cNvSpPr/>
      </dsp:nvSpPr>
      <dsp:spPr>
        <a:xfrm>
          <a:off x="6380422" y="340763"/>
          <a:ext cx="827120" cy="8271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8E8329-FEE9-4944-91DC-742CCC97C533}">
      <dsp:nvSpPr>
        <dsp:cNvPr id="0" name=""/>
        <dsp:cNvSpPr/>
      </dsp:nvSpPr>
      <dsp:spPr>
        <a:xfrm>
          <a:off x="5612382" y="1924108"/>
          <a:ext cx="2363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fr-FR" sz="2300" b="1" kern="1200" dirty="0"/>
            <a:t>Visualisation</a:t>
          </a:r>
          <a:endParaRPr lang="en-US" sz="2300" b="1" kern="1200" dirty="0"/>
        </a:p>
      </dsp:txBody>
      <dsp:txXfrm>
        <a:off x="5612382" y="1924108"/>
        <a:ext cx="2363200" cy="720000"/>
      </dsp:txXfrm>
    </dsp:sp>
    <dsp:sp modelId="{34E99DCC-485A-4F02-9671-00D4997160F9}">
      <dsp:nvSpPr>
        <dsp:cNvPr id="0" name=""/>
        <dsp:cNvSpPr/>
      </dsp:nvSpPr>
      <dsp:spPr>
        <a:xfrm>
          <a:off x="8849966" y="33547"/>
          <a:ext cx="1441552" cy="1441552"/>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B6FA19-4F6E-4397-B923-B73D31D895CA}">
      <dsp:nvSpPr>
        <dsp:cNvPr id="0" name=""/>
        <dsp:cNvSpPr/>
      </dsp:nvSpPr>
      <dsp:spPr>
        <a:xfrm>
          <a:off x="9157182" y="340763"/>
          <a:ext cx="827120" cy="8271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CB4CB4-7376-4759-B35F-38988B05B95F}">
      <dsp:nvSpPr>
        <dsp:cNvPr id="0" name=""/>
        <dsp:cNvSpPr/>
      </dsp:nvSpPr>
      <dsp:spPr>
        <a:xfrm>
          <a:off x="8389142" y="1924108"/>
          <a:ext cx="2363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fr-FR" sz="2300" b="1" kern="1200" dirty="0"/>
            <a:t>Conception de tableau de bord</a:t>
          </a:r>
          <a:endParaRPr lang="en-US" sz="2300" b="1" kern="1200" dirty="0"/>
        </a:p>
      </dsp:txBody>
      <dsp:txXfrm>
        <a:off x="8389142" y="1924108"/>
        <a:ext cx="23632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TG"/>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7C6C8D-C69E-4AAD-8326-34FC06F1D1DB}" type="datetimeFigureOut">
              <a:rPr lang="fr-TG" smtClean="0"/>
              <a:t>11/21/2025</a:t>
            </a:fld>
            <a:endParaRPr lang="fr-TG"/>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TG"/>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TG"/>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BA9D19-11BB-4AA9-8D1B-9F174F362A12}" type="slidenum">
              <a:rPr lang="fr-TG" smtClean="0"/>
              <a:t>‹N°›</a:t>
            </a:fld>
            <a:endParaRPr lang="fr-TG"/>
          </a:p>
        </p:txBody>
      </p:sp>
    </p:spTree>
    <p:extLst>
      <p:ext uri="{BB962C8B-B14F-4D97-AF65-F5344CB8AC3E}">
        <p14:creationId xmlns:p14="http://schemas.microsoft.com/office/powerpoint/2010/main" val="1376870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051468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957485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14479-0256-9FC9-D3C7-FF9A2142159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3870E3-5132-C135-7197-A45A1F3D9C2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07AAFAF-1102-D0D3-FE5F-B22910B3505B}"/>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633537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846C-8DD0-08AC-D36D-032A4CFD9B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31A2ECC-0F22-B5F1-435B-0F62A2F50AE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B78F227-06EE-FB11-240B-6EA0B9142EBB}"/>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708357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FF44A-B24C-7430-4F75-AD7EED98ECF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35E4785-C08F-97F0-DB18-6D497976A87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4632085-607F-C620-5C6A-CA0CE3A6E9AE}"/>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763975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4A441-B7DE-9B4A-9EB1-8C1B256262C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77C1842-FF32-0E37-4634-84E9B6EC2FC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AAAEF92-BC34-7882-93B6-FADEA3F424AC}"/>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639614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7.sv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GROUPE%2013%20PROJET%20TITANIC%20(TABLEAU%20DE%20BORD).xlsx" TargetMode="External"/><Relationship Id="rId4"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9C6CDF7-A148-6700-C415-17308A408B83}"/>
              </a:ext>
            </a:extLst>
          </p:cNvPr>
          <p:cNvPicPr>
            <a:picLocks noChangeAspect="1"/>
          </p:cNvPicPr>
          <p:nvPr/>
        </p:nvPicPr>
        <p:blipFill>
          <a:blip r:embed="rId2"/>
          <a:srcRect t="17596" b="14410"/>
          <a:stretch>
            <a:fillRect/>
          </a:stretch>
        </p:blipFill>
        <p:spPr>
          <a:xfrm>
            <a:off x="20" y="153667"/>
            <a:ext cx="12188805" cy="6704334"/>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88825"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ZoneTexte 3">
            <a:extLst>
              <a:ext uri="{FF2B5EF4-FFF2-40B4-BE49-F238E27FC236}">
                <a16:creationId xmlns:a16="http://schemas.microsoft.com/office/drawing/2014/main" id="{8BDED43A-0006-A0B6-2CBE-7591CA581F6C}"/>
              </a:ext>
            </a:extLst>
          </p:cNvPr>
          <p:cNvSpPr txBox="1"/>
          <p:nvPr/>
        </p:nvSpPr>
        <p:spPr>
          <a:xfrm>
            <a:off x="523738" y="5317240"/>
            <a:ext cx="11208006" cy="1387093"/>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600" b="1">
                <a:ln w="0"/>
                <a:solidFill>
                  <a:schemeClr val="tx1">
                    <a:lumMod val="85000"/>
                    <a:lumOff val="15000"/>
                  </a:schemeClr>
                </a:solidFill>
                <a:effectLst>
                  <a:outerShdw blurRad="38100" dist="38100" dir="2700000" algn="tl">
                    <a:srgbClr val="000000">
                      <a:alpha val="43137"/>
                    </a:srgbClr>
                  </a:outerShdw>
                </a:effectLst>
                <a:latin typeface="+mj-lt"/>
                <a:ea typeface="+mj-ea"/>
                <a:cs typeface="+mj-cs"/>
              </a:rPr>
              <a:t>PROJET D’ANALYSE DE DONNEES : TITANIC</a:t>
            </a:r>
          </a:p>
          <a:p>
            <a:pPr algn="ctr" defTabSz="914400">
              <a:lnSpc>
                <a:spcPct val="90000"/>
              </a:lnSpc>
              <a:spcBef>
                <a:spcPct val="0"/>
              </a:spcBef>
              <a:spcAft>
                <a:spcPts val="600"/>
              </a:spcAft>
            </a:pPr>
            <a:endParaRPr lang="en-US" sz="3600">
              <a:solidFill>
                <a:schemeClr val="tx1">
                  <a:lumMod val="85000"/>
                  <a:lumOff val="15000"/>
                </a:schemeClr>
              </a:solidFill>
              <a:latin typeface="+mj-lt"/>
              <a:ea typeface="+mj-ea"/>
              <a:cs typeface="+mj-cs"/>
            </a:endParaRP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88825"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88825"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9274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F85F62-6FEB-4FBA-8244-D3AC4BD8969D}"/>
              </a:ext>
            </a:extLst>
          </p:cNvPr>
          <p:cNvSpPr/>
          <p:nvPr/>
        </p:nvSpPr>
        <p:spPr>
          <a:xfrm>
            <a:off x="187832" y="322807"/>
            <a:ext cx="3909391" cy="940905"/>
          </a:xfrm>
          <a:prstGeom prst="rect">
            <a:avLst/>
          </a:prstGeom>
          <a:solidFill>
            <a:srgbClr val="00206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a:t>PLAN</a:t>
            </a:r>
          </a:p>
        </p:txBody>
      </p:sp>
      <p:graphicFrame>
        <p:nvGraphicFramePr>
          <p:cNvPr id="3" name="Diagramme 2">
            <a:extLst>
              <a:ext uri="{FF2B5EF4-FFF2-40B4-BE49-F238E27FC236}">
                <a16:creationId xmlns:a16="http://schemas.microsoft.com/office/drawing/2014/main" id="{1878E74D-A423-4671-B6AB-AEFBC02FF5E6}"/>
              </a:ext>
            </a:extLst>
          </p:cNvPr>
          <p:cNvGraphicFramePr/>
          <p:nvPr>
            <p:extLst>
              <p:ext uri="{D42A27DB-BD31-4B8C-83A1-F6EECF244321}">
                <p14:modId xmlns:p14="http://schemas.microsoft.com/office/powerpoint/2010/main" val="3200778893"/>
              </p:ext>
            </p:extLst>
          </p:nvPr>
        </p:nvGraphicFramePr>
        <p:xfrm>
          <a:off x="1147465" y="1563757"/>
          <a:ext cx="7082135" cy="4534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8505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88824"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6740" y="0"/>
            <a:ext cx="4062085"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6190" y="-5306190"/>
            <a:ext cx="1576446" cy="12188827"/>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EA9C73BA-293E-69BE-641B-508C73F6C2AA}"/>
              </a:ext>
            </a:extLst>
          </p:cNvPr>
          <p:cNvSpPr txBox="1">
            <a:spLocks/>
          </p:cNvSpPr>
          <p:nvPr/>
        </p:nvSpPr>
        <p:spPr>
          <a:xfrm>
            <a:off x="1371239" y="348865"/>
            <a:ext cx="10041408" cy="87772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4000" b="1" kern="1200">
                <a:solidFill>
                  <a:srgbClr val="FFFFFF"/>
                </a:solidFill>
                <a:effectLst>
                  <a:outerShdw blurRad="38100" dist="38100" dir="2700000" algn="tl">
                    <a:srgbClr val="000000">
                      <a:alpha val="43137"/>
                    </a:srgbClr>
                  </a:outerShdw>
                </a:effectLst>
                <a:latin typeface="+mj-lt"/>
                <a:ea typeface="+mj-ea"/>
                <a:cs typeface="+mj-cs"/>
              </a:rPr>
              <a:t>INTRODUCTION</a:t>
            </a:r>
          </a:p>
        </p:txBody>
      </p:sp>
      <p:graphicFrame>
        <p:nvGraphicFramePr>
          <p:cNvPr id="22" name="ZoneTexte 1">
            <a:extLst>
              <a:ext uri="{FF2B5EF4-FFF2-40B4-BE49-F238E27FC236}">
                <a16:creationId xmlns:a16="http://schemas.microsoft.com/office/drawing/2014/main" id="{5EE49927-6258-FD0D-2726-E3193AB99F27}"/>
              </a:ext>
            </a:extLst>
          </p:cNvPr>
          <p:cNvGraphicFramePr/>
          <p:nvPr>
            <p:extLst>
              <p:ext uri="{D42A27DB-BD31-4B8C-83A1-F6EECF244321}">
                <p14:modId xmlns:p14="http://schemas.microsoft.com/office/powerpoint/2010/main" val="2989561506"/>
              </p:ext>
            </p:extLst>
          </p:nvPr>
        </p:nvGraphicFramePr>
        <p:xfrm>
          <a:off x="643888" y="2112579"/>
          <a:ext cx="10924983"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1705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E3298-D181-4D25-F60A-2F21EBAE6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6714B-BBDC-93FE-0573-3142FDD9D66C}"/>
              </a:ext>
            </a:extLst>
          </p:cNvPr>
          <p:cNvSpPr>
            <a:spLocks noGrp="1"/>
          </p:cNvSpPr>
          <p:nvPr>
            <p:ph type="title"/>
          </p:nvPr>
        </p:nvSpPr>
        <p:spPr>
          <a:xfrm>
            <a:off x="2164080" y="721100"/>
            <a:ext cx="8229600" cy="476528"/>
          </a:xfrm>
        </p:spPr>
        <p:txBody>
          <a:bodyPr>
            <a:normAutofit fontScale="90000"/>
          </a:bodyPr>
          <a:lstStyle/>
          <a:p>
            <a:r>
              <a:rPr lang="fr-FR" b="1" noProof="0" dirty="0">
                <a:solidFill>
                  <a:srgbClr val="0C87D2"/>
                </a:solidFill>
                <a:effectLst>
                  <a:outerShdw blurRad="38100" dist="38100" dir="2700000" algn="tl">
                    <a:srgbClr val="000000">
                      <a:alpha val="43137"/>
                    </a:srgbClr>
                  </a:outerShdw>
                </a:effectLst>
              </a:rPr>
              <a:t>OBJECTIF DU PROJET</a:t>
            </a:r>
          </a:p>
        </p:txBody>
      </p:sp>
      <p:graphicFrame>
        <p:nvGraphicFramePr>
          <p:cNvPr id="12" name="Content Placeholder 2">
            <a:extLst>
              <a:ext uri="{FF2B5EF4-FFF2-40B4-BE49-F238E27FC236}">
                <a16:creationId xmlns:a16="http://schemas.microsoft.com/office/drawing/2014/main" id="{D5038E69-470D-3DA7-A7E0-2F8B8206A0C2}"/>
              </a:ext>
            </a:extLst>
          </p:cNvPr>
          <p:cNvGraphicFramePr>
            <a:graphicFrameLocks noGrp="1"/>
          </p:cNvGraphicFramePr>
          <p:nvPr>
            <p:ph idx="1"/>
            <p:extLst>
              <p:ext uri="{D42A27DB-BD31-4B8C-83A1-F6EECF244321}">
                <p14:modId xmlns:p14="http://schemas.microsoft.com/office/powerpoint/2010/main" val="730791599"/>
              </p:ext>
            </p:extLst>
          </p:nvPr>
        </p:nvGraphicFramePr>
        <p:xfrm>
          <a:off x="1524000" y="1463040"/>
          <a:ext cx="9509760" cy="4124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rganigramme : Connecteur 7">
            <a:extLst>
              <a:ext uri="{FF2B5EF4-FFF2-40B4-BE49-F238E27FC236}">
                <a16:creationId xmlns:a16="http://schemas.microsoft.com/office/drawing/2014/main" id="{8B3966F3-457E-1AD5-53C8-B386D7725BCC}"/>
              </a:ext>
            </a:extLst>
          </p:cNvPr>
          <p:cNvSpPr/>
          <p:nvPr/>
        </p:nvSpPr>
        <p:spPr>
          <a:xfrm>
            <a:off x="10474960" y="5333999"/>
            <a:ext cx="4593688" cy="5431585"/>
          </a:xfrm>
          <a:prstGeom prst="flowChartConnector">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TG"/>
          </a:p>
        </p:txBody>
      </p:sp>
    </p:spTree>
    <p:extLst>
      <p:ext uri="{BB962C8B-B14F-4D97-AF65-F5344CB8AC3E}">
        <p14:creationId xmlns:p14="http://schemas.microsoft.com/office/powerpoint/2010/main" val="352657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88824"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6740" y="0"/>
            <a:ext cx="4062085"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6190" y="-5306190"/>
            <a:ext cx="1576446" cy="12188827"/>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239" y="348865"/>
            <a:ext cx="10041408" cy="877729"/>
          </a:xfrm>
        </p:spPr>
        <p:txBody>
          <a:bodyPr anchor="ctr">
            <a:normAutofit/>
          </a:bodyPr>
          <a:lstStyle/>
          <a:p>
            <a:r>
              <a:rPr lang="fr-FR" sz="4000" b="1">
                <a:solidFill>
                  <a:srgbClr val="FFFFFF"/>
                </a:solidFill>
                <a:effectLst>
                  <a:outerShdw blurRad="38100" dist="38100" dir="2700000" algn="tl">
                    <a:srgbClr val="000000">
                      <a:alpha val="43137"/>
                    </a:srgbClr>
                  </a:outerShdw>
                </a:effectLst>
              </a:rPr>
              <a:t>APPROCHE ETL</a:t>
            </a:r>
          </a:p>
        </p:txBody>
      </p:sp>
      <p:graphicFrame>
        <p:nvGraphicFramePr>
          <p:cNvPr id="11" name="Content Placeholder 2">
            <a:extLst>
              <a:ext uri="{FF2B5EF4-FFF2-40B4-BE49-F238E27FC236}">
                <a16:creationId xmlns:a16="http://schemas.microsoft.com/office/drawing/2014/main" id="{0561DCA6-4402-1017-4A7A-97B1517475FB}"/>
              </a:ext>
            </a:extLst>
          </p:cNvPr>
          <p:cNvGraphicFramePr>
            <a:graphicFrameLocks noGrp="1"/>
          </p:cNvGraphicFramePr>
          <p:nvPr>
            <p:ph idx="1"/>
            <p:extLst>
              <p:ext uri="{D42A27DB-BD31-4B8C-83A1-F6EECF244321}">
                <p14:modId xmlns:p14="http://schemas.microsoft.com/office/powerpoint/2010/main" val="2393757828"/>
              </p:ext>
            </p:extLst>
          </p:nvPr>
        </p:nvGraphicFramePr>
        <p:xfrm>
          <a:off x="643888" y="2112579"/>
          <a:ext cx="10924983"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9701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761641" y="1138265"/>
            <a:ext cx="4649993" cy="1401183"/>
          </a:xfrm>
        </p:spPr>
        <p:txBody>
          <a:bodyPr vert="horz" lIns="91440" tIns="45720" rIns="91440" bIns="45720" rtlCol="0" anchor="t">
            <a:normAutofit/>
          </a:bodyPr>
          <a:lstStyle/>
          <a:p>
            <a:pPr algn="l" defTabSz="914400">
              <a:lnSpc>
                <a:spcPct val="90000"/>
              </a:lnSpc>
            </a:pPr>
            <a:r>
              <a:rPr lang="en-US" sz="3200" b="1" dirty="0">
                <a:solidFill>
                  <a:srgbClr val="FF0000"/>
                </a:solidFill>
                <a:effectLst>
                  <a:outerShdw blurRad="38100" dist="38100" dir="2700000" algn="tl">
                    <a:srgbClr val="000000">
                      <a:alpha val="43137"/>
                    </a:srgbClr>
                  </a:outerShdw>
                </a:effectLst>
              </a:rPr>
              <a:t>ETAPES DE NETTOYAGE (</a:t>
            </a:r>
            <a:r>
              <a:rPr lang="en-US" sz="3200" b="1" dirty="0" err="1">
                <a:solidFill>
                  <a:srgbClr val="FF0000"/>
                </a:solidFill>
                <a:effectLst>
                  <a:outerShdw blurRad="38100" dist="38100" dir="2700000" algn="tl">
                    <a:srgbClr val="000000">
                      <a:alpha val="43137"/>
                    </a:srgbClr>
                  </a:outerShdw>
                </a:effectLst>
              </a:rPr>
              <a:t>PowerQuery</a:t>
            </a:r>
            <a:r>
              <a:rPr lang="en-US" sz="3200" b="1" dirty="0">
                <a:solidFill>
                  <a:srgbClr val="FF0000"/>
                </a:solidFill>
                <a:effectLst>
                  <a:outerShdw blurRad="38100" dist="38100" dir="2700000" algn="tl">
                    <a:srgbClr val="000000">
                      <a:alpha val="43137"/>
                    </a:srgbClr>
                  </a:outerShdw>
                </a:effectLst>
              </a:rPr>
              <a:t>)</a:t>
            </a:r>
          </a:p>
        </p:txBody>
      </p:sp>
      <p:cxnSp>
        <p:nvCxnSpPr>
          <p:cNvPr id="25" name="Straight Connector 22">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237" y="871146"/>
            <a:ext cx="736747"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761640" y="2551176"/>
            <a:ext cx="5405480" cy="3748024"/>
          </a:xfrm>
          <a:prstGeom prst="rect">
            <a:avLst/>
          </a:prstGeom>
        </p:spPr>
        <p:txBody>
          <a:bodyPr vert="horz" lIns="91440" tIns="45720" rIns="91440" bIns="45720" rtlCol="0">
            <a:normAutofit fontScale="92500" lnSpcReduction="20000"/>
          </a:bodyPr>
          <a:lstStyle/>
          <a:p>
            <a:pPr marL="45720" indent="-228600" defTabSz="914400">
              <a:lnSpc>
                <a:spcPct val="90000"/>
              </a:lnSpc>
              <a:spcAft>
                <a:spcPts val="600"/>
              </a:spcAft>
              <a:buFont typeface="Arial" panose="020B0604020202020204" pitchFamily="34" charset="0"/>
              <a:buChar char="•"/>
            </a:pPr>
            <a:r>
              <a:rPr lang="en-US" sz="2400" b="1" dirty="0">
                <a:solidFill>
                  <a:schemeClr val="accent1">
                    <a:lumMod val="75000"/>
                  </a:schemeClr>
                </a:solidFill>
              </a:rPr>
              <a:t>NETTOYAGE BASIQUE</a:t>
            </a:r>
          </a:p>
          <a:p>
            <a:pPr marL="45720" indent="-228600" defTabSz="914400">
              <a:lnSpc>
                <a:spcPct val="90000"/>
              </a:lnSpc>
              <a:spcAft>
                <a:spcPts val="600"/>
              </a:spcAft>
              <a:buFont typeface="Arial" panose="020B0604020202020204" pitchFamily="34" charset="0"/>
              <a:buChar char="•"/>
            </a:pPr>
            <a:endParaRPr lang="en-US" sz="2400" b="1" dirty="0"/>
          </a:p>
          <a:p>
            <a:pPr marL="845820" lvl="1" indent="-228600" defTabSz="914400">
              <a:lnSpc>
                <a:spcPct val="90000"/>
              </a:lnSpc>
              <a:spcAft>
                <a:spcPts val="600"/>
              </a:spcAft>
              <a:buFont typeface="Arial" panose="020B0604020202020204" pitchFamily="34" charset="0"/>
              <a:buChar char="•"/>
            </a:pPr>
            <a:r>
              <a:rPr lang="en-US" sz="2400" b="1" dirty="0"/>
              <a:t>Suppression des </a:t>
            </a:r>
            <a:r>
              <a:rPr lang="en-US" sz="2400" b="1" dirty="0" err="1"/>
              <a:t>colonnes</a:t>
            </a:r>
            <a:r>
              <a:rPr lang="en-US" sz="2400" b="1" dirty="0"/>
              <a:t> </a:t>
            </a:r>
            <a:r>
              <a:rPr lang="en-US" sz="2400" b="1" dirty="0" err="1"/>
              <a:t>inutiles</a:t>
            </a:r>
            <a:endParaRPr lang="en-US" sz="2400" b="1" dirty="0"/>
          </a:p>
          <a:p>
            <a:pPr marL="845820" lvl="1" indent="-228600" defTabSz="914400">
              <a:lnSpc>
                <a:spcPct val="90000"/>
              </a:lnSpc>
              <a:spcAft>
                <a:spcPts val="600"/>
              </a:spcAft>
              <a:buFont typeface="Arial" panose="020B0604020202020204" pitchFamily="34" charset="0"/>
              <a:buChar char="•"/>
            </a:pPr>
            <a:r>
              <a:rPr lang="en-US" sz="2400" b="1" dirty="0" err="1"/>
              <a:t>Renommage</a:t>
            </a:r>
            <a:r>
              <a:rPr lang="en-US" sz="2400" b="1" dirty="0"/>
              <a:t> des </a:t>
            </a:r>
            <a:r>
              <a:rPr lang="en-US" sz="2400" b="1" dirty="0" err="1"/>
              <a:t>colonnes</a:t>
            </a:r>
            <a:endParaRPr lang="en-US" sz="2400" b="1" dirty="0"/>
          </a:p>
          <a:p>
            <a:pPr marL="845820" lvl="1" indent="-228600" defTabSz="914400">
              <a:lnSpc>
                <a:spcPct val="90000"/>
              </a:lnSpc>
              <a:spcAft>
                <a:spcPts val="600"/>
              </a:spcAft>
              <a:buFont typeface="Arial" panose="020B0604020202020204" pitchFamily="34" charset="0"/>
              <a:buChar char="•"/>
            </a:pPr>
            <a:r>
              <a:rPr lang="en-US" sz="2400" b="1" dirty="0"/>
              <a:t>Correction des types de données</a:t>
            </a:r>
          </a:p>
          <a:p>
            <a:pPr marL="845820" lvl="1" indent="-228600" defTabSz="914400">
              <a:lnSpc>
                <a:spcPct val="90000"/>
              </a:lnSpc>
              <a:spcAft>
                <a:spcPts val="600"/>
              </a:spcAft>
              <a:buFont typeface="Arial" panose="020B0604020202020204" pitchFamily="34" charset="0"/>
              <a:buChar char="•"/>
            </a:pPr>
            <a:r>
              <a:rPr lang="en-US" sz="2400" b="1" dirty="0"/>
              <a:t>Gestion des </a:t>
            </a:r>
            <a:r>
              <a:rPr lang="en-US" sz="2400" b="1" dirty="0" err="1"/>
              <a:t>valeurs</a:t>
            </a:r>
            <a:r>
              <a:rPr lang="en-US" sz="2400" b="1" dirty="0"/>
              <a:t> </a:t>
            </a:r>
            <a:r>
              <a:rPr lang="en-US" sz="2400" b="1" dirty="0" err="1"/>
              <a:t>manquantes</a:t>
            </a:r>
            <a:endParaRPr lang="en-US" sz="2400" b="1" dirty="0"/>
          </a:p>
          <a:p>
            <a:pPr marL="388620" indent="-228600" defTabSz="914400">
              <a:lnSpc>
                <a:spcPct val="90000"/>
              </a:lnSpc>
              <a:spcAft>
                <a:spcPts val="600"/>
              </a:spcAft>
              <a:buFont typeface="Arial" panose="020B0604020202020204" pitchFamily="34" charset="0"/>
              <a:buChar char="•"/>
            </a:pPr>
            <a:endParaRPr lang="en-US" sz="2400" b="1" dirty="0">
              <a:solidFill>
                <a:schemeClr val="accent1">
                  <a:lumMod val="75000"/>
                </a:schemeClr>
              </a:solidFill>
            </a:endParaRPr>
          </a:p>
          <a:p>
            <a:pPr marL="45720" indent="-228600" defTabSz="914400">
              <a:lnSpc>
                <a:spcPct val="90000"/>
              </a:lnSpc>
              <a:spcAft>
                <a:spcPts val="600"/>
              </a:spcAft>
              <a:buFont typeface="Arial" panose="020B0604020202020204" pitchFamily="34" charset="0"/>
              <a:buChar char="•"/>
            </a:pPr>
            <a:r>
              <a:rPr lang="en-US" sz="2400" b="1" dirty="0">
                <a:solidFill>
                  <a:schemeClr val="accent1">
                    <a:lumMod val="75000"/>
                  </a:schemeClr>
                </a:solidFill>
              </a:rPr>
              <a:t>TRANSFORMATIONS SIMPLES</a:t>
            </a:r>
          </a:p>
          <a:p>
            <a:pPr marL="45720" indent="-228600" defTabSz="914400">
              <a:lnSpc>
                <a:spcPct val="90000"/>
              </a:lnSpc>
              <a:spcAft>
                <a:spcPts val="600"/>
              </a:spcAft>
              <a:buFont typeface="Arial" panose="020B0604020202020204" pitchFamily="34" charset="0"/>
              <a:buChar char="•"/>
            </a:pPr>
            <a:endParaRPr lang="en-US" sz="2400" b="1" dirty="0"/>
          </a:p>
          <a:p>
            <a:pPr marL="845820" lvl="1" indent="-228600" defTabSz="914400">
              <a:lnSpc>
                <a:spcPct val="90000"/>
              </a:lnSpc>
              <a:spcAft>
                <a:spcPts val="600"/>
              </a:spcAft>
              <a:buFont typeface="Arial" panose="020B0604020202020204" pitchFamily="34" charset="0"/>
              <a:buChar char="•"/>
            </a:pPr>
            <a:r>
              <a:rPr lang="en-US" sz="2400" b="1" dirty="0" err="1"/>
              <a:t>Filtrage</a:t>
            </a:r>
            <a:r>
              <a:rPr lang="en-US" sz="2400" b="1" dirty="0"/>
              <a:t> des </a:t>
            </a:r>
            <a:r>
              <a:rPr lang="en-US" sz="2400" b="1" dirty="0" err="1"/>
              <a:t>lignes</a:t>
            </a:r>
            <a:r>
              <a:rPr lang="en-US" sz="2400" b="1" dirty="0"/>
              <a:t> non </a:t>
            </a:r>
            <a:r>
              <a:rPr lang="en-US" sz="2400" b="1" dirty="0" err="1"/>
              <a:t>pertinentes</a:t>
            </a:r>
            <a:endParaRPr lang="en-US" sz="2400" b="1" dirty="0"/>
          </a:p>
          <a:p>
            <a:pPr marL="845820" lvl="1" indent="-228600" defTabSz="914400">
              <a:lnSpc>
                <a:spcPct val="90000"/>
              </a:lnSpc>
              <a:spcAft>
                <a:spcPts val="600"/>
              </a:spcAft>
              <a:buFont typeface="Arial" panose="020B0604020202020204" pitchFamily="34" charset="0"/>
              <a:buChar char="•"/>
            </a:pPr>
            <a:r>
              <a:rPr lang="en-US" sz="2400" b="1" dirty="0"/>
              <a:t>Tri et </a:t>
            </a:r>
            <a:r>
              <a:rPr lang="en-US" sz="2400" b="1" dirty="0" err="1"/>
              <a:t>organisation</a:t>
            </a:r>
            <a:endParaRPr lang="en-US" sz="2400" b="1" dirty="0"/>
          </a:p>
        </p:txBody>
      </p:sp>
      <p:pic>
        <p:nvPicPr>
          <p:cNvPr id="8" name="Image 7" descr="Une image contenant dessin, clipart, croquis, illustration&#10;&#10;Le contenu généré par l’IA peut être incorrect.">
            <a:extLst>
              <a:ext uri="{FF2B5EF4-FFF2-40B4-BE49-F238E27FC236}">
                <a16:creationId xmlns:a16="http://schemas.microsoft.com/office/drawing/2014/main" id="{C39A580D-7528-2B31-AA92-6B64CF640146}"/>
              </a:ext>
            </a:extLst>
          </p:cNvPr>
          <p:cNvPicPr>
            <a:picLocks noChangeAspect="1"/>
          </p:cNvPicPr>
          <p:nvPr/>
        </p:nvPicPr>
        <p:blipFill>
          <a:blip r:embed="rId3"/>
          <a:srcRect b="897"/>
          <a:stretch>
            <a:fillRect/>
          </a:stretch>
        </p:blipFill>
        <p:spPr>
          <a:xfrm>
            <a:off x="6777192" y="1270889"/>
            <a:ext cx="4428947" cy="4389248"/>
          </a:xfrm>
          <a:prstGeom prst="rect">
            <a:avLst/>
          </a:prstGeom>
        </p:spPr>
      </p:pic>
    </p:spTree>
    <p:extLst>
      <p:ext uri="{BB962C8B-B14F-4D97-AF65-F5344CB8AC3E}">
        <p14:creationId xmlns:p14="http://schemas.microsoft.com/office/powerpoint/2010/main" val="26400089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5867028" y="1138036"/>
            <a:ext cx="5442964" cy="1402470"/>
          </a:xfrm>
        </p:spPr>
        <p:txBody>
          <a:bodyPr vert="horz" lIns="91440" tIns="45720" rIns="91440" bIns="45720" rtlCol="0" anchor="t">
            <a:normAutofit/>
          </a:bodyPr>
          <a:lstStyle/>
          <a:p>
            <a:pPr algn="l" defTabSz="914400">
              <a:lnSpc>
                <a:spcPct val="90000"/>
              </a:lnSpc>
            </a:pPr>
            <a:r>
              <a:rPr lang="en-US" sz="3200" b="1">
                <a:effectLst>
                  <a:outerShdw blurRad="38100" dist="38100" dir="2700000" algn="tl">
                    <a:srgbClr val="000000">
                      <a:alpha val="43137"/>
                    </a:srgbClr>
                  </a:outerShdw>
                </a:effectLst>
              </a:rPr>
              <a:t>COLONNES PERSONNALISEES CREEES</a:t>
            </a:r>
          </a:p>
        </p:txBody>
      </p:sp>
      <p:pic>
        <p:nvPicPr>
          <p:cNvPr id="5" name="Image 4" descr="Une image contenant capture d’écran, conception&#10;&#10;Le contenu généré par l’IA peut être incorrect.">
            <a:extLst>
              <a:ext uri="{FF2B5EF4-FFF2-40B4-BE49-F238E27FC236}">
                <a16:creationId xmlns:a16="http://schemas.microsoft.com/office/drawing/2014/main" id="{56BE6F58-FA37-B3C7-C676-B91D272F96B6}"/>
              </a:ext>
            </a:extLst>
          </p:cNvPr>
          <p:cNvPicPr>
            <a:picLocks noChangeAspect="1"/>
          </p:cNvPicPr>
          <p:nvPr/>
        </p:nvPicPr>
        <p:blipFill>
          <a:blip r:embed="rId3"/>
          <a:srcRect t="14616" b="10475"/>
          <a:stretch>
            <a:fillRect/>
          </a:stretch>
        </p:blipFill>
        <p:spPr>
          <a:xfrm>
            <a:off x="20" y="10"/>
            <a:ext cx="5149816" cy="6857990"/>
          </a:xfrm>
          <a:prstGeom prst="rect">
            <a:avLst/>
          </a:prstGeom>
        </p:spPr>
      </p:pic>
      <p:cxnSp>
        <p:nvCxnSpPr>
          <p:cNvPr id="13" name="Straight Connector 12">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0141" y="871146"/>
            <a:ext cx="736747"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5867028" y="2551176"/>
            <a:ext cx="5442964" cy="3591207"/>
          </a:xfrm>
          <a:prstGeom prst="rect">
            <a:avLst/>
          </a:prstGeom>
        </p:spPr>
        <p:txBody>
          <a:bodyPr vert="horz" lIns="91440" tIns="45720" rIns="91440" bIns="45720" rtlCol="0">
            <a:normAutofit/>
          </a:bodyPr>
          <a:lstStyle/>
          <a:p>
            <a:pPr marL="502920" lvl="3" indent="-228600" defTabSz="914400">
              <a:lnSpc>
                <a:spcPct val="90000"/>
              </a:lnSpc>
              <a:spcBef>
                <a:spcPts val="1800"/>
              </a:spcBef>
              <a:buFont typeface="Arial" panose="020B0604020202020204" pitchFamily="34" charset="0"/>
              <a:buChar char="•"/>
            </a:pPr>
            <a:r>
              <a:rPr lang="en-US" sz="2000" b="1" dirty="0"/>
              <a:t>CLASSE : Première, Affaires, </a:t>
            </a:r>
            <a:r>
              <a:rPr lang="en-US" sz="2000" b="1" dirty="0" err="1"/>
              <a:t>Économie</a:t>
            </a:r>
            <a:endParaRPr lang="en-US" sz="2000" b="1" dirty="0"/>
          </a:p>
          <a:p>
            <a:pPr marL="502920" lvl="3" indent="-228600" defTabSz="914400">
              <a:lnSpc>
                <a:spcPct val="90000"/>
              </a:lnSpc>
              <a:spcBef>
                <a:spcPts val="1800"/>
              </a:spcBef>
              <a:buFont typeface="Arial" panose="020B0604020202020204" pitchFamily="34" charset="0"/>
              <a:buChar char="•"/>
            </a:pPr>
            <a:r>
              <a:rPr lang="en-US" sz="2000" b="1" dirty="0"/>
              <a:t>DEPART : </a:t>
            </a:r>
            <a:r>
              <a:rPr lang="en-US" sz="2000" b="1" dirty="0" err="1"/>
              <a:t>Sokodé</a:t>
            </a:r>
            <a:r>
              <a:rPr lang="en-US" sz="2000" b="1" dirty="0"/>
              <a:t> / Lomé</a:t>
            </a:r>
          </a:p>
          <a:p>
            <a:pPr marL="502920" lvl="3" indent="-228600" defTabSz="914400">
              <a:lnSpc>
                <a:spcPct val="90000"/>
              </a:lnSpc>
              <a:spcBef>
                <a:spcPts val="1800"/>
              </a:spcBef>
              <a:buFont typeface="Arial" panose="020B0604020202020204" pitchFamily="34" charset="0"/>
              <a:buChar char="•"/>
            </a:pPr>
            <a:r>
              <a:rPr lang="en-US" sz="2000" b="1" dirty="0"/>
              <a:t>ETAT : </a:t>
            </a:r>
            <a:r>
              <a:rPr lang="en-US" sz="2000" b="1" dirty="0" err="1"/>
              <a:t>Survivant</a:t>
            </a:r>
            <a:r>
              <a:rPr lang="en-US" sz="2000" b="1" dirty="0"/>
              <a:t> / </a:t>
            </a:r>
            <a:r>
              <a:rPr lang="en-US" sz="2000" b="1" dirty="0" err="1"/>
              <a:t>Décédé</a:t>
            </a:r>
            <a:endParaRPr lang="en-US" sz="2000" b="1" dirty="0"/>
          </a:p>
          <a:p>
            <a:pPr marL="502920" lvl="3" indent="-228600" defTabSz="914400">
              <a:lnSpc>
                <a:spcPct val="90000"/>
              </a:lnSpc>
              <a:spcBef>
                <a:spcPts val="1800"/>
              </a:spcBef>
              <a:buFont typeface="Arial" panose="020B0604020202020204" pitchFamily="34" charset="0"/>
              <a:buChar char="•"/>
            </a:pPr>
            <a:r>
              <a:rPr lang="en-US" sz="2000" b="1" dirty="0"/>
              <a:t>CABINE : Oui / Non</a:t>
            </a:r>
          </a:p>
          <a:p>
            <a:pPr marL="502920" lvl="3" indent="-228600" defTabSz="914400">
              <a:lnSpc>
                <a:spcPct val="90000"/>
              </a:lnSpc>
              <a:spcBef>
                <a:spcPts val="1800"/>
              </a:spcBef>
              <a:buFont typeface="Arial" panose="020B0604020202020204" pitchFamily="34" charset="0"/>
              <a:buChar char="•"/>
            </a:pPr>
            <a:r>
              <a:rPr lang="en-US" sz="2000" b="1" dirty="0"/>
              <a:t>FAMILLE : Oui / Non</a:t>
            </a:r>
          </a:p>
          <a:p>
            <a:pPr marL="502920" lvl="3" indent="-228600" defTabSz="914400">
              <a:lnSpc>
                <a:spcPct val="90000"/>
              </a:lnSpc>
              <a:spcBef>
                <a:spcPts val="1800"/>
              </a:spcBef>
              <a:buFont typeface="Arial" panose="020B0604020202020204" pitchFamily="34" charset="0"/>
              <a:buChar char="•"/>
            </a:pPr>
            <a:r>
              <a:rPr lang="en-US" sz="2000" b="1" dirty="0"/>
              <a:t>ENFANT : Oui / Non</a:t>
            </a:r>
          </a:p>
          <a:p>
            <a:pPr marL="502920" lvl="3" indent="-228600" defTabSz="914400">
              <a:lnSpc>
                <a:spcPct val="90000"/>
              </a:lnSpc>
              <a:spcBef>
                <a:spcPts val="1800"/>
              </a:spcBef>
              <a:buFont typeface="Arial" panose="020B0604020202020204" pitchFamily="34" charset="0"/>
              <a:buChar char="•"/>
            </a:pPr>
            <a:r>
              <a:rPr lang="en-US" sz="2000" b="1" dirty="0"/>
              <a:t>CATEGORIE : Enfant, Adulte, Senior</a:t>
            </a:r>
          </a:p>
        </p:txBody>
      </p:sp>
      <p:sp>
        <p:nvSpPr>
          <p:cNvPr id="8" name="Organigramme : Connecteur 7">
            <a:extLst>
              <a:ext uri="{FF2B5EF4-FFF2-40B4-BE49-F238E27FC236}">
                <a16:creationId xmlns:a16="http://schemas.microsoft.com/office/drawing/2014/main" id="{D73AE3DF-3AB1-2484-4B4A-1DC138BE6B37}"/>
              </a:ext>
            </a:extLst>
          </p:cNvPr>
          <p:cNvSpPr/>
          <p:nvPr/>
        </p:nvSpPr>
        <p:spPr>
          <a:xfrm>
            <a:off x="867973" y="189008"/>
            <a:ext cx="576000" cy="576000"/>
          </a:xfrm>
          <a:prstGeom prst="flowChartConnector">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TG"/>
          </a:p>
        </p:txBody>
      </p:sp>
    </p:spTree>
    <p:extLst>
      <p:ext uri="{BB962C8B-B14F-4D97-AF65-F5344CB8AC3E}">
        <p14:creationId xmlns:p14="http://schemas.microsoft.com/office/powerpoint/2010/main" val="3263359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9C4205-AF3C-E2ED-7E7C-2327DB724B2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12F0EF3-4EB6-FE41-5C8A-1D2DAD58540D}"/>
              </a:ext>
            </a:extLst>
          </p:cNvPr>
          <p:cNvSpPr>
            <a:spLocks noGrp="1"/>
          </p:cNvSpPr>
          <p:nvPr>
            <p:ph type="ctrTitle"/>
          </p:nvPr>
        </p:nvSpPr>
        <p:spPr>
          <a:xfrm>
            <a:off x="1917948" y="543967"/>
            <a:ext cx="9289032" cy="648072"/>
          </a:xfrm>
        </p:spPr>
        <p:txBody>
          <a:bodyPr rtlCol="0">
            <a:noAutofit/>
          </a:bodyPr>
          <a:lstStyle/>
          <a:p>
            <a:pPr algn="ctr" rtl="0"/>
            <a:r>
              <a:rPr lang="fr-FR" sz="3200" b="1" dirty="0">
                <a:solidFill>
                  <a:srgbClr val="0C87D2"/>
                </a:solidFill>
                <a:effectLst>
                  <a:outerShdw blurRad="38100" dist="38100" dir="2700000" algn="tl">
                    <a:srgbClr val="000000">
                      <a:alpha val="43137"/>
                    </a:srgbClr>
                  </a:outerShdw>
                </a:effectLst>
                <a:latin typeface="Century Gothic" panose="020B0502020202020204" pitchFamily="34" charset="0"/>
              </a:rPr>
              <a:t>VALIDATION DES DONNEES</a:t>
            </a:r>
          </a:p>
        </p:txBody>
      </p:sp>
      <p:sp>
        <p:nvSpPr>
          <p:cNvPr id="12" name="Organigramme : Connecteur 11">
            <a:extLst>
              <a:ext uri="{FF2B5EF4-FFF2-40B4-BE49-F238E27FC236}">
                <a16:creationId xmlns:a16="http://schemas.microsoft.com/office/drawing/2014/main" id="{0B7B9411-EB1F-21C6-B060-A76A599E8E4A}"/>
              </a:ext>
            </a:extLst>
          </p:cNvPr>
          <p:cNvSpPr/>
          <p:nvPr/>
        </p:nvSpPr>
        <p:spPr>
          <a:xfrm>
            <a:off x="10794824" y="-67440"/>
            <a:ext cx="1312256" cy="1259479"/>
          </a:xfrm>
          <a:prstGeom prst="flowChartConnector">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TG"/>
          </a:p>
        </p:txBody>
      </p:sp>
      <p:sp>
        <p:nvSpPr>
          <p:cNvPr id="3" name="Rectangle 2">
            <a:extLst>
              <a:ext uri="{FF2B5EF4-FFF2-40B4-BE49-F238E27FC236}">
                <a16:creationId xmlns:a16="http://schemas.microsoft.com/office/drawing/2014/main" id="{26DF6963-D05F-A4F5-AE89-B5A07293E4C9}"/>
              </a:ext>
            </a:extLst>
          </p:cNvPr>
          <p:cNvSpPr/>
          <p:nvPr/>
        </p:nvSpPr>
        <p:spPr>
          <a:xfrm>
            <a:off x="1170040" y="1810788"/>
            <a:ext cx="11018786" cy="4524315"/>
          </a:xfrm>
          <a:prstGeom prst="rect">
            <a:avLst/>
          </a:prstGeom>
        </p:spPr>
        <p:txBody>
          <a:bodyPr wrap="square">
            <a:spAutoFit/>
          </a:bodyPr>
          <a:lstStyle/>
          <a:p>
            <a:pPr marL="571500" indent="-571500">
              <a:buFont typeface="Wingdings" panose="05000000000000000000" pitchFamily="2" charset="2"/>
              <a:buChar char="ü"/>
            </a:pPr>
            <a:r>
              <a:rPr lang="fr-FR" sz="3200" b="1" dirty="0"/>
              <a:t>Vérification des incohérences</a:t>
            </a:r>
          </a:p>
          <a:p>
            <a:pPr marL="571500" indent="-571500">
              <a:buFont typeface="Wingdings" panose="05000000000000000000" pitchFamily="2" charset="2"/>
              <a:buChar char="ü"/>
            </a:pPr>
            <a:endParaRPr lang="fr-FR" sz="3200" b="1" dirty="0"/>
          </a:p>
          <a:p>
            <a:pPr marL="571500" indent="-571500">
              <a:buFont typeface="Wingdings" panose="05000000000000000000" pitchFamily="2" charset="2"/>
              <a:buChar char="ü"/>
            </a:pPr>
            <a:r>
              <a:rPr lang="fr-FR" sz="3200" b="1" dirty="0"/>
              <a:t>Contrôle des doublons</a:t>
            </a:r>
          </a:p>
          <a:p>
            <a:pPr marL="571500" indent="-571500">
              <a:buFont typeface="Wingdings" panose="05000000000000000000" pitchFamily="2" charset="2"/>
              <a:buChar char="ü"/>
            </a:pPr>
            <a:endParaRPr lang="fr-FR" sz="3200" b="1" dirty="0"/>
          </a:p>
          <a:p>
            <a:pPr marL="571500" indent="-571500">
              <a:buFont typeface="Wingdings" panose="05000000000000000000" pitchFamily="2" charset="2"/>
              <a:buChar char="ü"/>
            </a:pPr>
            <a:r>
              <a:rPr lang="fr-FR" sz="3200" b="1" dirty="0"/>
              <a:t>Uniformisation des formats</a:t>
            </a:r>
          </a:p>
          <a:p>
            <a:pPr marL="571500" indent="-571500">
              <a:buFont typeface="Wingdings" panose="05000000000000000000" pitchFamily="2" charset="2"/>
              <a:buChar char="ü"/>
            </a:pPr>
            <a:endParaRPr lang="fr-FR" sz="3200" b="1" dirty="0"/>
          </a:p>
          <a:p>
            <a:pPr marL="571500" indent="-571500">
              <a:buFont typeface="Wingdings" panose="05000000000000000000" pitchFamily="2" charset="2"/>
              <a:buChar char="ü"/>
            </a:pPr>
            <a:r>
              <a:rPr lang="fr-FR" sz="3200" b="1" dirty="0"/>
              <a:t>Vérification des plages de valeurs</a:t>
            </a:r>
          </a:p>
          <a:p>
            <a:pPr marL="571500" indent="-571500">
              <a:buFont typeface="Wingdings" panose="05000000000000000000" pitchFamily="2" charset="2"/>
              <a:buChar char="ü"/>
            </a:pPr>
            <a:endParaRPr lang="fr-FR" sz="3200" b="1" dirty="0"/>
          </a:p>
          <a:p>
            <a:pPr marL="571500" indent="-571500">
              <a:buFont typeface="Wingdings" panose="05000000000000000000" pitchFamily="2" charset="2"/>
              <a:buChar char="ü"/>
            </a:pPr>
            <a:r>
              <a:rPr lang="fr-FR" sz="3200" b="1" dirty="0"/>
              <a:t>Chargement final dans Excel</a:t>
            </a:r>
            <a:endParaRPr lang="fr-FR" sz="3200" b="1" dirty="0">
              <a:effectLst>
                <a:outerShdw blurRad="38100" dist="38100" dir="2700000" algn="tl">
                  <a:srgbClr val="000000">
                    <a:alpha val="43137"/>
                  </a:srgbClr>
                </a:outerShdw>
              </a:effectLst>
            </a:endParaRPr>
          </a:p>
        </p:txBody>
      </p:sp>
      <p:sp>
        <p:nvSpPr>
          <p:cNvPr id="9" name="Organigramme : Connecteur 8">
            <a:extLst>
              <a:ext uri="{FF2B5EF4-FFF2-40B4-BE49-F238E27FC236}">
                <a16:creationId xmlns:a16="http://schemas.microsoft.com/office/drawing/2014/main" id="{FE25BB9A-2172-6783-26B6-37A481D5AF9A}"/>
              </a:ext>
            </a:extLst>
          </p:cNvPr>
          <p:cNvSpPr/>
          <p:nvPr/>
        </p:nvSpPr>
        <p:spPr>
          <a:xfrm>
            <a:off x="-5235892" y="692795"/>
            <a:ext cx="6253740" cy="5934076"/>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TG"/>
          </a:p>
        </p:txBody>
      </p:sp>
    </p:spTree>
    <p:extLst>
      <p:ext uri="{BB962C8B-B14F-4D97-AF65-F5344CB8AC3E}">
        <p14:creationId xmlns:p14="http://schemas.microsoft.com/office/powerpoint/2010/main" val="36964823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49120-21A0-62FA-7B78-E5887937076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837A0A-1B15-787E-8A79-DC220BDFD402}"/>
              </a:ext>
            </a:extLst>
          </p:cNvPr>
          <p:cNvSpPr>
            <a:spLocks noGrp="1"/>
          </p:cNvSpPr>
          <p:nvPr>
            <p:ph type="ctrTitle"/>
          </p:nvPr>
        </p:nvSpPr>
        <p:spPr>
          <a:xfrm>
            <a:off x="1917948" y="543967"/>
            <a:ext cx="9289032" cy="648072"/>
          </a:xfrm>
        </p:spPr>
        <p:txBody>
          <a:bodyPr rtlCol="0">
            <a:noAutofit/>
          </a:bodyPr>
          <a:lstStyle/>
          <a:p>
            <a:pPr algn="ctr" rtl="0"/>
            <a:r>
              <a:rPr lang="fr-FR" sz="3200" b="1" dirty="0">
                <a:solidFill>
                  <a:srgbClr val="0C87D2"/>
                </a:solidFill>
                <a:effectLst>
                  <a:outerShdw blurRad="38100" dist="38100" dir="2700000" algn="tl">
                    <a:srgbClr val="000000">
                      <a:alpha val="43137"/>
                    </a:srgbClr>
                  </a:outerShdw>
                </a:effectLst>
                <a:latin typeface="Century Gothic" panose="020B0502020202020204" pitchFamily="34" charset="0"/>
              </a:rPr>
              <a:t>TABLEAU CROISE DYNAMIQUE</a:t>
            </a:r>
          </a:p>
        </p:txBody>
      </p:sp>
      <p:sp>
        <p:nvSpPr>
          <p:cNvPr id="3" name="Rectangle 2">
            <a:extLst>
              <a:ext uri="{FF2B5EF4-FFF2-40B4-BE49-F238E27FC236}">
                <a16:creationId xmlns:a16="http://schemas.microsoft.com/office/drawing/2014/main" id="{AF0EDB2F-F94F-39BB-C319-0DCDD4A7897A}"/>
              </a:ext>
            </a:extLst>
          </p:cNvPr>
          <p:cNvSpPr/>
          <p:nvPr/>
        </p:nvSpPr>
        <p:spPr>
          <a:xfrm>
            <a:off x="2206407" y="1982450"/>
            <a:ext cx="9428545" cy="3539430"/>
          </a:xfrm>
          <a:prstGeom prst="rect">
            <a:avLst/>
          </a:prstGeom>
        </p:spPr>
        <p:txBody>
          <a:bodyPr wrap="square">
            <a:spAutoFit/>
          </a:bodyPr>
          <a:lstStyle/>
          <a:p>
            <a:pPr marL="571500" indent="-571500">
              <a:buFont typeface="Wingdings" panose="05000000000000000000" pitchFamily="2" charset="2"/>
              <a:buChar char="§"/>
            </a:pPr>
            <a:r>
              <a:rPr lang="fr-FR" sz="3200" b="1" dirty="0">
                <a:effectLst>
                  <a:outerShdw blurRad="38100" dist="38100" dir="2700000" algn="tl">
                    <a:srgbClr val="000000">
                      <a:alpha val="43137"/>
                    </a:srgbClr>
                  </a:outerShdw>
                </a:effectLst>
              </a:rPr>
              <a:t>Sélection des données nettoyées</a:t>
            </a:r>
          </a:p>
          <a:p>
            <a:pPr marL="571500" indent="-571500">
              <a:buFont typeface="Wingdings" panose="05000000000000000000" pitchFamily="2" charset="2"/>
              <a:buChar char="§"/>
            </a:pPr>
            <a:endParaRPr lang="fr-FR" sz="3200" b="1" dirty="0">
              <a:effectLst>
                <a:outerShdw blurRad="38100" dist="38100" dir="2700000" algn="tl">
                  <a:srgbClr val="000000">
                    <a:alpha val="43137"/>
                  </a:srgbClr>
                </a:outerShdw>
              </a:effectLst>
            </a:endParaRPr>
          </a:p>
          <a:p>
            <a:pPr marL="571500" indent="-571500">
              <a:buFont typeface="Wingdings" panose="05000000000000000000" pitchFamily="2" charset="2"/>
              <a:buChar char="§"/>
            </a:pPr>
            <a:r>
              <a:rPr lang="fr-FR" sz="3200" b="1" dirty="0">
                <a:effectLst>
                  <a:outerShdw blurRad="38100" dist="38100" dir="2700000" algn="tl">
                    <a:srgbClr val="000000">
                      <a:alpha val="43137"/>
                    </a:srgbClr>
                  </a:outerShdw>
                </a:effectLst>
              </a:rPr>
              <a:t>Utilisation de l’outil TCD dans Excel</a:t>
            </a:r>
          </a:p>
          <a:p>
            <a:pPr marL="571500" indent="-571500">
              <a:buFont typeface="Wingdings" panose="05000000000000000000" pitchFamily="2" charset="2"/>
              <a:buChar char="§"/>
            </a:pPr>
            <a:endParaRPr lang="fr-FR" sz="3200" b="1" dirty="0">
              <a:effectLst>
                <a:outerShdw blurRad="38100" dist="38100" dir="2700000" algn="tl">
                  <a:srgbClr val="000000">
                    <a:alpha val="43137"/>
                  </a:srgbClr>
                </a:outerShdw>
              </a:effectLst>
            </a:endParaRPr>
          </a:p>
          <a:p>
            <a:pPr marL="571500" indent="-571500">
              <a:buFont typeface="Wingdings" panose="05000000000000000000" pitchFamily="2" charset="2"/>
              <a:buChar char="§"/>
            </a:pPr>
            <a:r>
              <a:rPr lang="fr-FR" sz="3200" b="1" dirty="0">
                <a:effectLst>
                  <a:outerShdw blurRad="38100" dist="38100" dir="2700000" algn="tl">
                    <a:srgbClr val="000000">
                      <a:alpha val="43137"/>
                    </a:srgbClr>
                  </a:outerShdw>
                </a:effectLst>
              </a:rPr>
              <a:t>Configuration des champs</a:t>
            </a:r>
          </a:p>
          <a:p>
            <a:pPr marL="571500" indent="-571500">
              <a:buFont typeface="Wingdings" panose="05000000000000000000" pitchFamily="2" charset="2"/>
              <a:buChar char="§"/>
            </a:pPr>
            <a:endParaRPr lang="fr-FR" sz="3200" b="1" dirty="0">
              <a:effectLst>
                <a:outerShdw blurRad="38100" dist="38100" dir="2700000" algn="tl">
                  <a:srgbClr val="000000">
                    <a:alpha val="43137"/>
                  </a:srgbClr>
                </a:outerShdw>
              </a:effectLst>
            </a:endParaRPr>
          </a:p>
          <a:p>
            <a:pPr marL="571500" indent="-571500">
              <a:buFont typeface="Wingdings" panose="05000000000000000000" pitchFamily="2" charset="2"/>
              <a:buChar char="§"/>
            </a:pPr>
            <a:r>
              <a:rPr lang="fr-FR" sz="3200" b="1" dirty="0">
                <a:effectLst>
                  <a:outerShdw blurRad="38100" dist="38100" dir="2700000" algn="tl">
                    <a:srgbClr val="000000">
                      <a:alpha val="43137"/>
                    </a:srgbClr>
                  </a:outerShdw>
                </a:effectLst>
              </a:rPr>
              <a:t>Représentation des tableaux et visuels</a:t>
            </a:r>
          </a:p>
        </p:txBody>
      </p:sp>
    </p:spTree>
    <p:extLst>
      <p:ext uri="{BB962C8B-B14F-4D97-AF65-F5344CB8AC3E}">
        <p14:creationId xmlns:p14="http://schemas.microsoft.com/office/powerpoint/2010/main" val="1323917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8A1071-AB8A-CD93-8D65-8675F582601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520"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 y="0"/>
            <a:ext cx="1218852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64A600C-3D26-313D-71EA-F7823E11F2D7}"/>
              </a:ext>
            </a:extLst>
          </p:cNvPr>
          <p:cNvSpPr>
            <a:spLocks noGrp="1"/>
          </p:cNvSpPr>
          <p:nvPr>
            <p:ph type="ctrTitle"/>
          </p:nvPr>
        </p:nvSpPr>
        <p:spPr>
          <a:xfrm>
            <a:off x="5904888" y="977027"/>
            <a:ext cx="6027126" cy="838832"/>
          </a:xfrm>
        </p:spPr>
        <p:txBody>
          <a:bodyPr vert="horz" lIns="91440" tIns="45720" rIns="91440" bIns="45720" rtlCol="0" anchor="t">
            <a:normAutofit/>
          </a:bodyPr>
          <a:lstStyle/>
          <a:p>
            <a:pPr algn="l" defTabSz="914400">
              <a:lnSpc>
                <a:spcPct val="90000"/>
              </a:lnSpc>
            </a:pPr>
            <a:r>
              <a:rPr lang="en-US" sz="4000" b="1" kern="1200" dirty="0">
                <a:solidFill>
                  <a:schemeClr val="tx2"/>
                </a:solidFill>
                <a:effectLst>
                  <a:outerShdw blurRad="38100" dist="38100" dir="2700000" algn="tl">
                    <a:srgbClr val="000000">
                      <a:alpha val="43137"/>
                    </a:srgbClr>
                  </a:outerShdw>
                </a:effectLst>
                <a:latin typeface="+mj-lt"/>
                <a:ea typeface="+mj-ea"/>
                <a:cs typeface="+mj-cs"/>
              </a:rPr>
              <a:t>REPONSES AUX QUESTIONS</a:t>
            </a:r>
          </a:p>
        </p:txBody>
      </p:sp>
      <p:sp>
        <p:nvSpPr>
          <p:cNvPr id="3" name="Rectangle 2">
            <a:extLst>
              <a:ext uri="{FF2B5EF4-FFF2-40B4-BE49-F238E27FC236}">
                <a16:creationId xmlns:a16="http://schemas.microsoft.com/office/drawing/2014/main" id="{91935339-231E-3628-61BE-EE01DD5057A7}"/>
              </a:ext>
            </a:extLst>
          </p:cNvPr>
          <p:cNvSpPr/>
          <p:nvPr/>
        </p:nvSpPr>
        <p:spPr>
          <a:xfrm>
            <a:off x="6589248" y="3428999"/>
            <a:ext cx="5145551" cy="838831"/>
          </a:xfrm>
          <a:prstGeom prst="rect">
            <a:avLst/>
          </a:prstGeom>
        </p:spPr>
        <p:txBody>
          <a:bodyPr vert="horz" lIns="91440" tIns="45720" rIns="91440" bIns="45720" rtlCol="0" anchor="b">
            <a:normAutofit lnSpcReduction="10000"/>
          </a:bodyPr>
          <a:lstStyle/>
          <a:p>
            <a:pPr defTabSz="914400">
              <a:lnSpc>
                <a:spcPct val="90000"/>
              </a:lnSpc>
              <a:spcBef>
                <a:spcPts val="1000"/>
              </a:spcBef>
            </a:pPr>
            <a:r>
              <a:rPr lang="en-US" sz="2800" b="1" kern="1200" dirty="0">
                <a:effectLst>
                  <a:outerShdw blurRad="38100" dist="38100" dir="2700000" algn="tl">
                    <a:srgbClr val="000000">
                      <a:alpha val="43137"/>
                    </a:srgbClr>
                  </a:outerShdw>
                </a:effectLst>
                <a:latin typeface="+mn-lt"/>
                <a:ea typeface="+mn-ea"/>
                <a:cs typeface="+mn-cs"/>
              </a:rPr>
              <a:t>Les TCD </a:t>
            </a:r>
            <a:r>
              <a:rPr lang="en-US" sz="2800" b="1" kern="1200" dirty="0" err="1">
                <a:effectLst>
                  <a:outerShdw blurRad="38100" dist="38100" dir="2700000" algn="tl">
                    <a:srgbClr val="000000">
                      <a:alpha val="43137"/>
                    </a:srgbClr>
                  </a:outerShdw>
                </a:effectLst>
                <a:latin typeface="+mn-lt"/>
                <a:ea typeface="+mn-ea"/>
                <a:cs typeface="+mn-cs"/>
              </a:rPr>
              <a:t>ont</a:t>
            </a:r>
            <a:r>
              <a:rPr lang="en-US" sz="2800" b="1" kern="1200" dirty="0">
                <a:effectLst>
                  <a:outerShdw blurRad="38100" dist="38100" dir="2700000" algn="tl">
                    <a:srgbClr val="000000">
                      <a:alpha val="43137"/>
                    </a:srgbClr>
                  </a:outerShdw>
                </a:effectLst>
                <a:latin typeface="+mn-lt"/>
                <a:ea typeface="+mn-ea"/>
                <a:cs typeface="+mn-cs"/>
              </a:rPr>
              <a:t> </a:t>
            </a:r>
            <a:r>
              <a:rPr lang="en-US" sz="2800" b="1" kern="1200" dirty="0" err="1">
                <a:effectLst>
                  <a:outerShdw blurRad="38100" dist="38100" dir="2700000" algn="tl">
                    <a:srgbClr val="000000">
                      <a:alpha val="43137"/>
                    </a:srgbClr>
                  </a:outerShdw>
                </a:effectLst>
                <a:latin typeface="+mn-lt"/>
                <a:ea typeface="+mn-ea"/>
                <a:cs typeface="+mn-cs"/>
              </a:rPr>
              <a:t>permis</a:t>
            </a:r>
            <a:r>
              <a:rPr lang="en-US" sz="2800" b="1" kern="1200" dirty="0">
                <a:effectLst>
                  <a:outerShdw blurRad="38100" dist="38100" dir="2700000" algn="tl">
                    <a:srgbClr val="000000">
                      <a:alpha val="43137"/>
                    </a:srgbClr>
                  </a:outerShdw>
                </a:effectLst>
                <a:latin typeface="+mn-lt"/>
                <a:ea typeface="+mn-ea"/>
                <a:cs typeface="+mn-cs"/>
              </a:rPr>
              <a:t> de </a:t>
            </a:r>
            <a:r>
              <a:rPr lang="en-US" sz="2800" b="1" kern="1200" dirty="0" err="1">
                <a:effectLst>
                  <a:outerShdw blurRad="38100" dist="38100" dir="2700000" algn="tl">
                    <a:srgbClr val="000000">
                      <a:alpha val="43137"/>
                    </a:srgbClr>
                  </a:outerShdw>
                </a:effectLst>
                <a:latin typeface="+mn-lt"/>
                <a:ea typeface="+mn-ea"/>
                <a:cs typeface="+mn-cs"/>
              </a:rPr>
              <a:t>répondre</a:t>
            </a:r>
            <a:r>
              <a:rPr lang="en-US" sz="2800" b="1" kern="1200" dirty="0">
                <a:effectLst>
                  <a:outerShdw blurRad="38100" dist="38100" dir="2700000" algn="tl">
                    <a:srgbClr val="000000">
                      <a:alpha val="43137"/>
                    </a:srgbClr>
                  </a:outerShdw>
                </a:effectLst>
                <a:latin typeface="+mn-lt"/>
                <a:ea typeface="+mn-ea"/>
                <a:cs typeface="+mn-cs"/>
              </a:rPr>
              <a:t> aux questions </a:t>
            </a:r>
            <a:r>
              <a:rPr lang="en-US" sz="2800" b="1" kern="1200" dirty="0" err="1">
                <a:effectLst>
                  <a:outerShdw blurRad="38100" dist="38100" dir="2700000" algn="tl">
                    <a:srgbClr val="000000">
                      <a:alpha val="43137"/>
                    </a:srgbClr>
                  </a:outerShdw>
                </a:effectLst>
                <a:latin typeface="+mn-lt"/>
                <a:ea typeface="+mn-ea"/>
                <a:cs typeface="+mn-cs"/>
              </a:rPr>
              <a:t>clés</a:t>
            </a:r>
            <a:endParaRPr lang="en-US" sz="2800" b="1" kern="1200" dirty="0">
              <a:effectLst>
                <a:outerShdw blurRad="38100" dist="38100" dir="2700000" algn="tl">
                  <a:srgbClr val="000000">
                    <a:alpha val="43137"/>
                  </a:srgbClr>
                </a:outerShdw>
              </a:effectLst>
              <a:latin typeface="+mn-lt"/>
              <a:ea typeface="+mn-ea"/>
              <a:cs typeface="+mn-cs"/>
            </a:endParaRPr>
          </a:p>
        </p:txBody>
      </p:sp>
      <p:pic>
        <p:nvPicPr>
          <p:cNvPr id="5" name="Graphic 6" descr="Help">
            <a:extLst>
              <a:ext uri="{FF2B5EF4-FFF2-40B4-BE49-F238E27FC236}">
                <a16:creationId xmlns:a16="http://schemas.microsoft.com/office/drawing/2014/main" id="{D21B4BA6-65A7-13A7-C153-B39A23E573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5949" y="1435810"/>
            <a:ext cx="4140681" cy="4140681"/>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6"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1" y="-5977"/>
            <a:ext cx="6237049"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455160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AC2AA3-7683-8E2D-0D79-EAF1D9D332C1}"/>
            </a:ext>
          </a:extLst>
        </p:cNvPr>
        <p:cNvGrpSpPr/>
        <p:nvPr/>
      </p:nvGrpSpPr>
      <p:grpSpPr>
        <a:xfrm>
          <a:off x="0" y="0"/>
          <a:ext cx="0" cy="0"/>
          <a:chOff x="0" y="0"/>
          <a:chExt cx="0" cy="0"/>
        </a:xfrm>
      </p:grpSpPr>
      <p:sp>
        <p:nvSpPr>
          <p:cNvPr id="5" name="Organigramme : Connecteur 4">
            <a:extLst>
              <a:ext uri="{FF2B5EF4-FFF2-40B4-BE49-F238E27FC236}">
                <a16:creationId xmlns:a16="http://schemas.microsoft.com/office/drawing/2014/main" id="{BA4382A9-1C97-31DA-7479-3E1283DB86B9}"/>
              </a:ext>
            </a:extLst>
          </p:cNvPr>
          <p:cNvSpPr/>
          <p:nvPr/>
        </p:nvSpPr>
        <p:spPr>
          <a:xfrm>
            <a:off x="8323294" y="461962"/>
            <a:ext cx="6253740" cy="5934076"/>
          </a:xfrm>
          <a:prstGeom prst="flowChartConnector">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TG"/>
          </a:p>
        </p:txBody>
      </p:sp>
      <p:sp>
        <p:nvSpPr>
          <p:cNvPr id="8" name="Organigramme : Connecteur 7">
            <a:extLst>
              <a:ext uri="{FF2B5EF4-FFF2-40B4-BE49-F238E27FC236}">
                <a16:creationId xmlns:a16="http://schemas.microsoft.com/office/drawing/2014/main" id="{8DB31699-DDE4-4D8F-1D9D-97937D74CFCF}"/>
              </a:ext>
            </a:extLst>
          </p:cNvPr>
          <p:cNvSpPr/>
          <p:nvPr/>
        </p:nvSpPr>
        <p:spPr>
          <a:xfrm>
            <a:off x="6742335" y="1080238"/>
            <a:ext cx="1846120" cy="1814658"/>
          </a:xfrm>
          <a:prstGeom prst="flowChartConnector">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TG"/>
          </a:p>
        </p:txBody>
      </p:sp>
      <p:sp>
        <p:nvSpPr>
          <p:cNvPr id="2" name="Titre 1">
            <a:extLst>
              <a:ext uri="{FF2B5EF4-FFF2-40B4-BE49-F238E27FC236}">
                <a16:creationId xmlns:a16="http://schemas.microsoft.com/office/drawing/2014/main" id="{53B116D0-3136-E0ED-133F-EA785D334008}"/>
              </a:ext>
            </a:extLst>
          </p:cNvPr>
          <p:cNvSpPr>
            <a:spLocks noGrp="1"/>
          </p:cNvSpPr>
          <p:nvPr>
            <p:ph type="ctrTitle"/>
          </p:nvPr>
        </p:nvSpPr>
        <p:spPr>
          <a:xfrm>
            <a:off x="1917948" y="220117"/>
            <a:ext cx="9289032" cy="648072"/>
          </a:xfrm>
        </p:spPr>
        <p:txBody>
          <a:bodyPr rtlCol="0">
            <a:noAutofit/>
          </a:bodyPr>
          <a:lstStyle/>
          <a:p>
            <a:pPr algn="ctr" rtl="0"/>
            <a:r>
              <a:rPr lang="fr-FR" sz="3200" b="1" dirty="0">
                <a:solidFill>
                  <a:srgbClr val="0C87D2"/>
                </a:solidFill>
                <a:effectLst>
                  <a:outerShdw blurRad="38100" dist="38100" dir="2700000" algn="tl">
                    <a:srgbClr val="000000">
                      <a:alpha val="43137"/>
                    </a:srgbClr>
                  </a:outerShdw>
                </a:effectLst>
                <a:latin typeface="Century Gothic" panose="020B0502020202020204" pitchFamily="34" charset="0"/>
              </a:rPr>
              <a:t>TABLEAU DE BORD</a:t>
            </a:r>
          </a:p>
        </p:txBody>
      </p:sp>
      <p:sp>
        <p:nvSpPr>
          <p:cNvPr id="3" name="Rectangle 2">
            <a:extLst>
              <a:ext uri="{FF2B5EF4-FFF2-40B4-BE49-F238E27FC236}">
                <a16:creationId xmlns:a16="http://schemas.microsoft.com/office/drawing/2014/main" id="{5B99B737-2151-E777-6BDC-AA17B2698297}"/>
              </a:ext>
            </a:extLst>
          </p:cNvPr>
          <p:cNvSpPr/>
          <p:nvPr/>
        </p:nvSpPr>
        <p:spPr>
          <a:xfrm>
            <a:off x="48672" y="2890391"/>
            <a:ext cx="12091481" cy="584775"/>
          </a:xfrm>
          <a:prstGeom prst="rect">
            <a:avLst/>
          </a:prstGeom>
        </p:spPr>
        <p:txBody>
          <a:bodyPr wrap="square">
            <a:spAutoFit/>
          </a:bodyPr>
          <a:lstStyle/>
          <a:p>
            <a:pPr marL="457200" indent="-457200" algn="just">
              <a:buFont typeface="Wingdings" panose="05000000000000000000" pitchFamily="2" charset="2"/>
              <a:buChar char="q"/>
            </a:pPr>
            <a:r>
              <a:rPr lang="fr-FR" sz="3200" b="1" dirty="0">
                <a:effectLst>
                  <a:outerShdw blurRad="38100" dist="38100" dir="2700000" algn="tl">
                    <a:srgbClr val="000000">
                      <a:alpha val="43137"/>
                    </a:srgbClr>
                  </a:outerShdw>
                </a:effectLst>
              </a:rPr>
              <a:t>Visualisations interactives : graphiques + filtres</a:t>
            </a:r>
          </a:p>
        </p:txBody>
      </p:sp>
      <p:sp>
        <p:nvSpPr>
          <p:cNvPr id="4" name="Rectangle 3">
            <a:extLst>
              <a:ext uri="{FF2B5EF4-FFF2-40B4-BE49-F238E27FC236}">
                <a16:creationId xmlns:a16="http://schemas.microsoft.com/office/drawing/2014/main" id="{CEDC15A1-BB5E-F6CB-C158-9F64B416F35E}"/>
              </a:ext>
            </a:extLst>
          </p:cNvPr>
          <p:cNvSpPr/>
          <p:nvPr/>
        </p:nvSpPr>
        <p:spPr>
          <a:xfrm>
            <a:off x="48671" y="3770556"/>
            <a:ext cx="12091481" cy="584775"/>
          </a:xfrm>
          <a:prstGeom prst="rect">
            <a:avLst/>
          </a:prstGeom>
        </p:spPr>
        <p:txBody>
          <a:bodyPr wrap="square">
            <a:spAutoFit/>
          </a:bodyPr>
          <a:lstStyle/>
          <a:p>
            <a:pPr marL="457200" indent="-457200" algn="just">
              <a:buFont typeface="Wingdings" panose="05000000000000000000" pitchFamily="2" charset="2"/>
              <a:buChar char="q"/>
            </a:pPr>
            <a:r>
              <a:rPr lang="fr-FR" sz="3200" b="1" dirty="0">
                <a:effectLst>
                  <a:outerShdw blurRad="38100" dist="38100" dir="2700000" algn="tl">
                    <a:srgbClr val="000000">
                      <a:alpha val="43137"/>
                    </a:srgbClr>
                  </a:outerShdw>
                </a:effectLst>
              </a:rPr>
              <a:t>Exploration facile des caractéristiques des passagers</a:t>
            </a:r>
          </a:p>
        </p:txBody>
      </p:sp>
      <p:pic>
        <p:nvPicPr>
          <p:cNvPr id="6" name="Graphique 9" descr="Jauge avec un remplissage uni">
            <a:extLst>
              <a:ext uri="{FF2B5EF4-FFF2-40B4-BE49-F238E27FC236}">
                <a16:creationId xmlns:a16="http://schemas.microsoft.com/office/drawing/2014/main" id="{69710411-E6DA-0912-32A3-186F500422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36923" y="4514371"/>
            <a:ext cx="914400" cy="914400"/>
          </a:xfrm>
          <a:prstGeom prst="rect">
            <a:avLst/>
          </a:prstGeom>
        </p:spPr>
      </p:pic>
      <p:sp>
        <p:nvSpPr>
          <p:cNvPr id="10" name="Rectangle 9">
            <a:hlinkClick r:id="rId5" action="ppaction://hlinkfile"/>
            <a:extLst>
              <a:ext uri="{FF2B5EF4-FFF2-40B4-BE49-F238E27FC236}">
                <a16:creationId xmlns:a16="http://schemas.microsoft.com/office/drawing/2014/main" id="{5FEAAB96-613B-236E-6088-1F4B7DC12A1E}"/>
              </a:ext>
            </a:extLst>
          </p:cNvPr>
          <p:cNvSpPr/>
          <p:nvPr/>
        </p:nvSpPr>
        <p:spPr>
          <a:xfrm>
            <a:off x="3171039" y="5534945"/>
            <a:ext cx="2659310" cy="64595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latin typeface="Arial Black" panose="020B0A04020102020204" pitchFamily="34" charset="0"/>
              </a:rPr>
              <a:t>TABLEAU DE BORD</a:t>
            </a:r>
          </a:p>
        </p:txBody>
      </p:sp>
    </p:spTree>
    <p:extLst>
      <p:ext uri="{BB962C8B-B14F-4D97-AF65-F5344CB8AC3E}">
        <p14:creationId xmlns:p14="http://schemas.microsoft.com/office/powerpoint/2010/main" val="3246202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11484321" cy="549227"/>
          </a:xfrm>
        </p:spPr>
        <p:txBody>
          <a:bodyPr>
            <a:noAutofit/>
          </a:bodyPr>
          <a:lstStyle/>
          <a:p>
            <a:r>
              <a:rPr lang="fr-FR" sz="6000" b="1" dirty="0">
                <a:solidFill>
                  <a:srgbClr val="0C87D2"/>
                </a:solidFill>
                <a:effectLst>
                  <a:outerShdw blurRad="38100" dist="38100" dir="2700000" algn="tl">
                    <a:srgbClr val="000000">
                      <a:alpha val="43137"/>
                    </a:srgbClr>
                  </a:outerShdw>
                </a:effectLst>
              </a:rPr>
              <a:t>CONCLUSION</a:t>
            </a:r>
          </a:p>
        </p:txBody>
      </p:sp>
      <p:sp>
        <p:nvSpPr>
          <p:cNvPr id="3" name="Content Placeholder 2"/>
          <p:cNvSpPr>
            <a:spLocks noGrp="1"/>
          </p:cNvSpPr>
          <p:nvPr>
            <p:ph idx="1"/>
          </p:nvPr>
        </p:nvSpPr>
        <p:spPr>
          <a:xfrm>
            <a:off x="217283" y="1071424"/>
            <a:ext cx="11823826" cy="752385"/>
          </a:xfrm>
        </p:spPr>
        <p:txBody>
          <a:bodyPr>
            <a:normAutofit/>
          </a:bodyPr>
          <a:lstStyle/>
          <a:p>
            <a:pPr>
              <a:buFont typeface="Arial" panose="020B0604020202020204" pitchFamily="34" charset="0"/>
              <a:buChar char="•"/>
            </a:pPr>
            <a:r>
              <a:rPr lang="fr-FR" sz="2400" dirty="0">
                <a:effectLst>
                  <a:outerShdw blurRad="38100" dist="38100" dir="2700000" algn="tl">
                    <a:srgbClr val="000000">
                      <a:alpha val="43137"/>
                    </a:srgbClr>
                  </a:outerShdw>
                </a:effectLst>
              </a:rPr>
              <a:t>Le </a:t>
            </a:r>
            <a:r>
              <a:rPr lang="fr-FR" sz="2400" dirty="0" err="1">
                <a:effectLst>
                  <a:outerShdw blurRad="38100" dist="38100" dir="2700000" algn="tl">
                    <a:srgbClr val="000000">
                      <a:alpha val="43137"/>
                    </a:srgbClr>
                  </a:outerShdw>
                </a:effectLst>
              </a:rPr>
              <a:t>dataset</a:t>
            </a:r>
            <a:r>
              <a:rPr lang="fr-FR" sz="2400" dirty="0">
                <a:effectLst>
                  <a:outerShdw blurRad="38100" dist="38100" dir="2700000" algn="tl">
                    <a:srgbClr val="000000">
                      <a:alpha val="43137"/>
                    </a:srgbClr>
                  </a:outerShdw>
                </a:effectLst>
              </a:rPr>
              <a:t> </a:t>
            </a:r>
            <a:r>
              <a:rPr lang="fr-FR" sz="2400" b="1" dirty="0">
                <a:effectLst>
                  <a:outerShdw blurRad="38100" dist="38100" dir="2700000" algn="tl">
                    <a:srgbClr val="000000">
                      <a:alpha val="43137"/>
                    </a:srgbClr>
                  </a:outerShdw>
                </a:effectLst>
              </a:rPr>
              <a:t>Titanic</a:t>
            </a:r>
            <a:r>
              <a:rPr lang="fr-FR" sz="2400" dirty="0">
                <a:effectLst>
                  <a:outerShdw blurRad="38100" dist="38100" dir="2700000" algn="tl">
                    <a:srgbClr val="000000">
                      <a:alpha val="43137"/>
                    </a:srgbClr>
                  </a:outerShdw>
                </a:effectLst>
              </a:rPr>
              <a:t> est un excellent support d’apprentissage</a:t>
            </a:r>
          </a:p>
          <a:p>
            <a:pPr marL="0" indent="0">
              <a:buNone/>
            </a:pPr>
            <a:endParaRPr lang="fr-FR" sz="2400" dirty="0">
              <a:effectLst>
                <a:outerShdw blurRad="38100" dist="38100" dir="2700000" algn="tl">
                  <a:srgbClr val="000000">
                    <a:alpha val="43137"/>
                  </a:srgbClr>
                </a:outerShdw>
              </a:effectLst>
            </a:endParaRPr>
          </a:p>
          <a:p>
            <a:endParaRPr lang="fr-FR" sz="2400" dirty="0">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5FB7DDB7-7A78-53AF-8A7F-BC240AE5BB96}"/>
              </a:ext>
            </a:extLst>
          </p:cNvPr>
          <p:cNvSpPr txBox="1">
            <a:spLocks/>
          </p:cNvSpPr>
          <p:nvPr/>
        </p:nvSpPr>
        <p:spPr>
          <a:xfrm>
            <a:off x="287446" y="1760746"/>
            <a:ext cx="11823826" cy="525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fr-FR" sz="2400" b="1" dirty="0">
                <a:solidFill>
                  <a:schemeClr val="accent6">
                    <a:lumMod val="75000"/>
                  </a:schemeClr>
                </a:solidFill>
              </a:rPr>
              <a:t>Il permet d’appliquer:</a:t>
            </a:r>
          </a:p>
        </p:txBody>
      </p:sp>
      <p:sp>
        <p:nvSpPr>
          <p:cNvPr id="10" name="Organigramme : Connecteur 9">
            <a:extLst>
              <a:ext uri="{FF2B5EF4-FFF2-40B4-BE49-F238E27FC236}">
                <a16:creationId xmlns:a16="http://schemas.microsoft.com/office/drawing/2014/main" id="{6BB848CB-4EB7-80E2-1B0F-55EFE8AD2C25}"/>
              </a:ext>
            </a:extLst>
          </p:cNvPr>
          <p:cNvSpPr/>
          <p:nvPr/>
        </p:nvSpPr>
        <p:spPr>
          <a:xfrm>
            <a:off x="10978320" y="5792305"/>
            <a:ext cx="1846120" cy="1814658"/>
          </a:xfrm>
          <a:prstGeom prst="flowChartConnector">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TG"/>
          </a:p>
        </p:txBody>
      </p:sp>
      <p:graphicFrame>
        <p:nvGraphicFramePr>
          <p:cNvPr id="12" name="ZoneTexte 6">
            <a:extLst>
              <a:ext uri="{FF2B5EF4-FFF2-40B4-BE49-F238E27FC236}">
                <a16:creationId xmlns:a16="http://schemas.microsoft.com/office/drawing/2014/main" id="{D0213C4B-4775-CF48-D9A3-80FBED4DF633}"/>
              </a:ext>
            </a:extLst>
          </p:cNvPr>
          <p:cNvGraphicFramePr/>
          <p:nvPr>
            <p:extLst>
              <p:ext uri="{D42A27DB-BD31-4B8C-83A1-F6EECF244321}">
                <p14:modId xmlns:p14="http://schemas.microsoft.com/office/powerpoint/2010/main" val="4209847457"/>
              </p:ext>
            </p:extLst>
          </p:nvPr>
        </p:nvGraphicFramePr>
        <p:xfrm>
          <a:off x="697624" y="2292805"/>
          <a:ext cx="10811204" cy="26776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526E0BFB-CDF1-4990-8C11-AC849311E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descr="Une image contenant bateau, dessin, croquis, embarcation&#10;&#10;Le contenu généré par l’IA peut être incorrect.">
            <a:extLst>
              <a:ext uri="{FF2B5EF4-FFF2-40B4-BE49-F238E27FC236}">
                <a16:creationId xmlns:a16="http://schemas.microsoft.com/office/drawing/2014/main" id="{6F9BE803-2AC1-5405-D608-5491AF3CEF5F}"/>
              </a:ext>
            </a:extLst>
          </p:cNvPr>
          <p:cNvPicPr>
            <a:picLocks noChangeAspect="1"/>
          </p:cNvPicPr>
          <p:nvPr/>
        </p:nvPicPr>
        <p:blipFill>
          <a:blip r:embed="rId2"/>
          <a:srcRect l="9091" t="26514" r="-1" b="1545"/>
          <a:stretch>
            <a:fillRect/>
          </a:stretch>
        </p:blipFill>
        <p:spPr>
          <a:xfrm>
            <a:off x="-1" y="10"/>
            <a:ext cx="8666253" cy="6857990"/>
          </a:xfrm>
          <a:prstGeom prst="rect">
            <a:avLst/>
          </a:prstGeom>
        </p:spPr>
      </p:pic>
      <p:sp>
        <p:nvSpPr>
          <p:cNvPr id="29" name="Rectangle 28">
            <a:extLst>
              <a:ext uri="{FF2B5EF4-FFF2-40B4-BE49-F238E27FC236}">
                <a16:creationId xmlns:a16="http://schemas.microsoft.com/office/drawing/2014/main" id="{6069A1F8-9BEB-4786-9694-FC48B2D75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87517" y="0"/>
            <a:ext cx="9401308" cy="6858000"/>
          </a:xfrm>
          <a:prstGeom prst="rect">
            <a:avLst/>
          </a:prstGeom>
          <a:gradFill>
            <a:gsLst>
              <a:gs pos="58000">
                <a:schemeClr val="tx1"/>
              </a:gs>
              <a:gs pos="30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ZoneTexte 1">
            <a:extLst>
              <a:ext uri="{FF2B5EF4-FFF2-40B4-BE49-F238E27FC236}">
                <a16:creationId xmlns:a16="http://schemas.microsoft.com/office/drawing/2014/main" id="{3B820FF9-8E69-08C0-37E0-3813C7D3E504}"/>
              </a:ext>
            </a:extLst>
          </p:cNvPr>
          <p:cNvSpPr txBox="1"/>
          <p:nvPr/>
        </p:nvSpPr>
        <p:spPr>
          <a:xfrm>
            <a:off x="7846556" y="1122363"/>
            <a:ext cx="4022312" cy="3204134"/>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4800" b="1" dirty="0">
                <a:solidFill>
                  <a:schemeClr val="bg1"/>
                </a:solidFill>
                <a:latin typeface="+mj-lt"/>
                <a:ea typeface="+mj-ea"/>
                <a:cs typeface="+mj-cs"/>
              </a:rPr>
              <a:t>Merci pour </a:t>
            </a:r>
            <a:r>
              <a:rPr lang="en-US" sz="4800" b="1" dirty="0" err="1">
                <a:solidFill>
                  <a:schemeClr val="bg1"/>
                </a:solidFill>
                <a:latin typeface="+mj-lt"/>
                <a:ea typeface="+mj-ea"/>
                <a:cs typeface="+mj-cs"/>
              </a:rPr>
              <a:t>votre</a:t>
            </a:r>
            <a:r>
              <a:rPr lang="en-US" sz="4800" b="1" dirty="0">
                <a:solidFill>
                  <a:schemeClr val="bg1"/>
                </a:solidFill>
                <a:latin typeface="+mj-lt"/>
                <a:ea typeface="+mj-ea"/>
                <a:cs typeface="+mj-cs"/>
              </a:rPr>
              <a:t> attention</a:t>
            </a:r>
          </a:p>
        </p:txBody>
      </p:sp>
      <p:sp>
        <p:nvSpPr>
          <p:cNvPr id="30" name="Rectangle 2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28404" y="346883"/>
            <a:ext cx="146304" cy="7039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Rectangle 3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49603" y="4546920"/>
            <a:ext cx="4022312"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2963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1172</TotalTime>
  <Words>325</Words>
  <Application>Microsoft Office PowerPoint</Application>
  <PresentationFormat>Personnalisé</PresentationFormat>
  <Paragraphs>72</Paragraphs>
  <Slides>13</Slides>
  <Notes>6</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13</vt:i4>
      </vt:variant>
    </vt:vector>
  </HeadingPairs>
  <TitlesOfParts>
    <vt:vector size="20" baseType="lpstr">
      <vt:lpstr>Aptos</vt:lpstr>
      <vt:lpstr>Arial</vt:lpstr>
      <vt:lpstr>Arial Black</vt:lpstr>
      <vt:lpstr>Calibri</vt:lpstr>
      <vt:lpstr>Century Gothic</vt:lpstr>
      <vt:lpstr>Wingdings</vt:lpstr>
      <vt:lpstr>Office Theme</vt:lpstr>
      <vt:lpstr>Présentation PowerPoint</vt:lpstr>
      <vt:lpstr>Présentation PowerPoint</vt:lpstr>
      <vt:lpstr>Présentation PowerPoint</vt:lpstr>
      <vt:lpstr>OBJECTIF DU PROJET</vt:lpstr>
      <vt:lpstr>APPROCHE ETL</vt:lpstr>
      <vt:lpstr>ETAPES DE NETTOYAGE (PowerQuery)</vt:lpstr>
      <vt:lpstr>COLONNES PERSONNALISEES CREEES</vt:lpstr>
      <vt:lpstr>VALIDATION DES DONNEES</vt:lpstr>
      <vt:lpstr>TABLEAU CROISE DYNAMIQUE</vt:lpstr>
      <vt:lpstr>REPONSES AUX QUESTIONS</vt:lpstr>
      <vt:lpstr>TABLEAU DE BORD</vt:lpstr>
      <vt:lpstr>CONCLUSION</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Charles KARE</dc:creator>
  <cp:keywords/>
  <dc:description>generated using python-pptx</dc:description>
  <cp:lastModifiedBy>EUGENE METENHOU</cp:lastModifiedBy>
  <cp:revision>38</cp:revision>
  <dcterms:created xsi:type="dcterms:W3CDTF">2013-01-27T09:14:16Z</dcterms:created>
  <dcterms:modified xsi:type="dcterms:W3CDTF">2025-11-21T15:22:57Z</dcterms:modified>
  <cp:category/>
</cp:coreProperties>
</file>